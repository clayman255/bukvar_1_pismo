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65" r:id="rId4"/>
    <p:sldId id="264" r:id="rId5"/>
    <p:sldId id="263" r:id="rId6"/>
    <p:sldId id="266" r:id="rId7"/>
    <p:sldId id="26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5CA04-023E-4AFE-876F-5BF83ECBCC84}" v="576" dt="2025-12-28T21:44:30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1" d="100"/>
          <a:sy n="61" d="100"/>
        </p:scale>
        <p:origin x="1572" y="66"/>
      </p:cViewPr>
      <p:guideLst>
        <p:guide orient="horz" pos="220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t Fox" userId="83d70142554ccadb" providerId="LiveId" clId="{29C40FA7-5CF4-4A6B-846D-34B54EF01F92}"/>
    <pc:docChg chg="undo custSel addSld delSld modSld modMainMaster">
      <pc:chgData name="Rost Fox" userId="83d70142554ccadb" providerId="LiveId" clId="{29C40FA7-5CF4-4A6B-846D-34B54EF01F92}" dt="2025-12-28T21:45:33.980" v="2326" actId="1035"/>
      <pc:docMkLst>
        <pc:docMk/>
      </pc:docMkLst>
      <pc:sldChg chg="addSp delSp modSp mod">
        <pc:chgData name="Rost Fox" userId="83d70142554ccadb" providerId="LiveId" clId="{29C40FA7-5CF4-4A6B-846D-34B54EF01F92}" dt="2025-12-28T20:15:37.034" v="1298" actId="12789"/>
        <pc:sldMkLst>
          <pc:docMk/>
          <pc:sldMk cId="1418711044" sldId="256"/>
        </pc:sldMkLst>
        <pc:spChg chg="add mod ord">
          <ac:chgData name="Rost Fox" userId="83d70142554ccadb" providerId="LiveId" clId="{29C40FA7-5CF4-4A6B-846D-34B54EF01F92}" dt="2025-12-28T20:15:37.034" v="1298" actId="12789"/>
          <ac:spMkLst>
            <pc:docMk/>
            <pc:sldMk cId="1418711044" sldId="256"/>
            <ac:spMk id="4" creationId="{9BF794F6-8205-4755-1A54-B1CB7FF86DA0}"/>
          </ac:spMkLst>
        </pc:spChg>
        <pc:spChg chg="add mod">
          <ac:chgData name="Rost Fox" userId="83d70142554ccadb" providerId="LiveId" clId="{29C40FA7-5CF4-4A6B-846D-34B54EF01F92}" dt="2025-12-28T19:28:09.081" v="379" actId="207"/>
          <ac:spMkLst>
            <pc:docMk/>
            <pc:sldMk cId="1418711044" sldId="256"/>
            <ac:spMk id="5" creationId="{FFCE4C90-B68F-7778-8B9D-2DB369899C44}"/>
          </ac:spMkLst>
        </pc:spChg>
        <pc:spChg chg="add">
          <ac:chgData name="Rost Fox" userId="83d70142554ccadb" providerId="LiveId" clId="{29C40FA7-5CF4-4A6B-846D-34B54EF01F92}" dt="2025-12-28T18:27:56.641" v="57"/>
          <ac:spMkLst>
            <pc:docMk/>
            <pc:sldMk cId="1418711044" sldId="256"/>
            <ac:spMk id="6" creationId="{B100F8B5-D3CE-8333-20FE-DDD99DC8F505}"/>
          </ac:spMkLst>
        </pc:spChg>
        <pc:spChg chg="add">
          <ac:chgData name="Rost Fox" userId="83d70142554ccadb" providerId="LiveId" clId="{29C40FA7-5CF4-4A6B-846D-34B54EF01F92}" dt="2025-12-28T18:34:13.890" v="110"/>
          <ac:spMkLst>
            <pc:docMk/>
            <pc:sldMk cId="1418711044" sldId="256"/>
            <ac:spMk id="8" creationId="{FC07B82E-9ABB-3D79-3F6C-A1538E2BE0C2}"/>
          </ac:spMkLst>
        </pc:spChg>
        <pc:picChg chg="add mod">
          <ac:chgData name="Rost Fox" userId="83d70142554ccadb" providerId="LiveId" clId="{29C40FA7-5CF4-4A6B-846D-34B54EF01F92}" dt="2025-12-28T18:34:50.301" v="116" actId="1076"/>
          <ac:picMkLst>
            <pc:docMk/>
            <pc:sldMk cId="1418711044" sldId="256"/>
            <ac:picMk id="7" creationId="{5FA59ED9-5A7B-97E0-4430-9FDF27860737}"/>
          </ac:picMkLst>
        </pc:picChg>
        <pc:picChg chg="add del mod">
          <ac:chgData name="Rost Fox" userId="83d70142554ccadb" providerId="LiveId" clId="{29C40FA7-5CF4-4A6B-846D-34B54EF01F92}" dt="2025-12-28T18:34:35.498" v="115" actId="478"/>
          <ac:picMkLst>
            <pc:docMk/>
            <pc:sldMk cId="1418711044" sldId="256"/>
            <ac:picMk id="9" creationId="{8E06B8F0-6DD3-B24C-113C-8DEDAD923417}"/>
          </ac:picMkLst>
        </pc:picChg>
        <pc:picChg chg="add del mod">
          <ac:chgData name="Rost Fox" userId="83d70142554ccadb" providerId="LiveId" clId="{29C40FA7-5CF4-4A6B-846D-34B54EF01F92}" dt="2025-12-28T18:41:00.903" v="122" actId="478"/>
          <ac:picMkLst>
            <pc:docMk/>
            <pc:sldMk cId="1418711044" sldId="256"/>
            <ac:picMk id="10" creationId="{7845C8E1-01C9-67C2-887D-32083127D593}"/>
          </ac:picMkLst>
        </pc:picChg>
        <pc:picChg chg="add">
          <ac:chgData name="Rost Fox" userId="83d70142554ccadb" providerId="LiveId" clId="{29C40FA7-5CF4-4A6B-846D-34B54EF01F92}" dt="2025-12-28T18:43:58.425" v="123"/>
          <ac:picMkLst>
            <pc:docMk/>
            <pc:sldMk cId="1418711044" sldId="256"/>
            <ac:picMk id="11" creationId="{B0525F47-EF25-F360-9531-601738B3C775}"/>
          </ac:picMkLst>
        </pc:picChg>
        <pc:picChg chg="add mod">
          <ac:chgData name="Rost Fox" userId="83d70142554ccadb" providerId="LiveId" clId="{29C40FA7-5CF4-4A6B-846D-34B54EF01F92}" dt="2025-12-28T18:33:10.683" v="109" actId="1362"/>
          <ac:picMkLst>
            <pc:docMk/>
            <pc:sldMk cId="1418711044" sldId="256"/>
            <ac:picMk id="1026" creationId="{912F4A20-34F9-E9A5-1041-2D64AA2C6DCD}"/>
          </ac:picMkLst>
        </pc:picChg>
        <pc:picChg chg="add mod">
          <ac:chgData name="Rost Fox" userId="83d70142554ccadb" providerId="LiveId" clId="{29C40FA7-5CF4-4A6B-846D-34B54EF01F92}" dt="2025-12-28T18:32:43.241" v="107" actId="1440"/>
          <ac:picMkLst>
            <pc:docMk/>
            <pc:sldMk cId="1418711044" sldId="256"/>
            <ac:picMk id="1030" creationId="{A19B54FE-8DEE-F9DD-702A-2917E559D318}"/>
          </ac:picMkLst>
        </pc:picChg>
        <pc:picChg chg="add mod">
          <ac:chgData name="Rost Fox" userId="83d70142554ccadb" providerId="LiveId" clId="{29C40FA7-5CF4-4A6B-846D-34B54EF01F92}" dt="2025-12-28T18:44:37.203" v="129" actId="1076"/>
          <ac:picMkLst>
            <pc:docMk/>
            <pc:sldMk cId="1418711044" sldId="256"/>
            <ac:picMk id="1034" creationId="{64C80AC0-76C0-D3A2-A805-DDCAF16A6B01}"/>
          </ac:picMkLst>
        </pc:picChg>
      </pc:sldChg>
      <pc:sldChg chg="addSp delSp modSp new mod modAnim">
        <pc:chgData name="Rost Fox" userId="83d70142554ccadb" providerId="LiveId" clId="{29C40FA7-5CF4-4A6B-846D-34B54EF01F92}" dt="2025-12-28T19:30:10.561" v="397"/>
        <pc:sldMkLst>
          <pc:docMk/>
          <pc:sldMk cId="1454273669" sldId="257"/>
        </pc:sldMkLst>
        <pc:spChg chg="del">
          <ac:chgData name="Rost Fox" userId="83d70142554ccadb" providerId="LiveId" clId="{29C40FA7-5CF4-4A6B-846D-34B54EF01F92}" dt="2025-12-28T18:44:49.361" v="132" actId="478"/>
          <ac:spMkLst>
            <pc:docMk/>
            <pc:sldMk cId="1454273669" sldId="257"/>
            <ac:spMk id="2" creationId="{C14D4FEE-D58C-118B-D86A-FF73958E9958}"/>
          </ac:spMkLst>
        </pc:spChg>
        <pc:spChg chg="del">
          <ac:chgData name="Rost Fox" userId="83d70142554ccadb" providerId="LiveId" clId="{29C40FA7-5CF4-4A6B-846D-34B54EF01F92}" dt="2025-12-28T18:44:48.883" v="131" actId="478"/>
          <ac:spMkLst>
            <pc:docMk/>
            <pc:sldMk cId="1454273669" sldId="257"/>
            <ac:spMk id="3" creationId="{D9C010EE-E54F-07B6-30E0-5FD9018A1650}"/>
          </ac:spMkLst>
        </pc:spChg>
        <pc:spChg chg="add del mod">
          <ac:chgData name="Rost Fox" userId="83d70142554ccadb" providerId="LiveId" clId="{29C40FA7-5CF4-4A6B-846D-34B54EF01F92}" dt="2025-12-28T19:22:01.630" v="330" actId="478"/>
          <ac:spMkLst>
            <pc:docMk/>
            <pc:sldMk cId="1454273669" sldId="257"/>
            <ac:spMk id="4" creationId="{72235413-CF38-7396-0FF3-8144E9639B75}"/>
          </ac:spMkLst>
        </pc:spChg>
        <pc:spChg chg="add mod">
          <ac:chgData name="Rost Fox" userId="83d70142554ccadb" providerId="LiveId" clId="{29C40FA7-5CF4-4A6B-846D-34B54EF01F92}" dt="2025-12-28T19:23:56.899" v="340" actId="1076"/>
          <ac:spMkLst>
            <pc:docMk/>
            <pc:sldMk cId="1454273669" sldId="257"/>
            <ac:spMk id="7" creationId="{A8FB02E9-0FA8-139B-E4F6-EFE065851B51}"/>
          </ac:spMkLst>
        </pc:spChg>
        <pc:spChg chg="add mod">
          <ac:chgData name="Rost Fox" userId="83d70142554ccadb" providerId="LiveId" clId="{29C40FA7-5CF4-4A6B-846D-34B54EF01F92}" dt="2025-12-28T19:23:42.096" v="339" actId="1076"/>
          <ac:spMkLst>
            <pc:docMk/>
            <pc:sldMk cId="1454273669" sldId="257"/>
            <ac:spMk id="8" creationId="{FF490ED0-F173-B129-62FF-9DE824495089}"/>
          </ac:spMkLst>
        </pc:spChg>
        <pc:spChg chg="add mod">
          <ac:chgData name="Rost Fox" userId="83d70142554ccadb" providerId="LiveId" clId="{29C40FA7-5CF4-4A6B-846D-34B54EF01F92}" dt="2025-12-28T19:22:24.020" v="332" actId="1076"/>
          <ac:spMkLst>
            <pc:docMk/>
            <pc:sldMk cId="1454273669" sldId="257"/>
            <ac:spMk id="9" creationId="{588F03C7-FDBE-BAE2-ECFA-D2F8DA25352D}"/>
          </ac:spMkLst>
        </pc:spChg>
        <pc:spChg chg="add mod">
          <ac:chgData name="Rost Fox" userId="83d70142554ccadb" providerId="LiveId" clId="{29C40FA7-5CF4-4A6B-846D-34B54EF01F92}" dt="2025-12-28T19:28:16.807" v="381" actId="207"/>
          <ac:spMkLst>
            <pc:docMk/>
            <pc:sldMk cId="1454273669" sldId="257"/>
            <ac:spMk id="10" creationId="{FFCE4C90-B68F-7778-8B9D-2DB369899C44}"/>
          </ac:spMkLst>
        </pc:spChg>
        <pc:spChg chg="add mod">
          <ac:chgData name="Rost Fox" userId="83d70142554ccadb" providerId="LiveId" clId="{29C40FA7-5CF4-4A6B-846D-34B54EF01F92}" dt="2025-12-28T19:29:25.982" v="392" actId="164"/>
          <ac:spMkLst>
            <pc:docMk/>
            <pc:sldMk cId="1454273669" sldId="257"/>
            <ac:spMk id="17" creationId="{47C96D1E-ED06-CBD2-4846-3008A02054E3}"/>
          </ac:spMkLst>
        </pc:spChg>
        <pc:spChg chg="add mod">
          <ac:chgData name="Rost Fox" userId="83d70142554ccadb" providerId="LiveId" clId="{29C40FA7-5CF4-4A6B-846D-34B54EF01F92}" dt="2025-12-28T19:29:25.982" v="392" actId="164"/>
          <ac:spMkLst>
            <pc:docMk/>
            <pc:sldMk cId="1454273669" sldId="257"/>
            <ac:spMk id="18" creationId="{5ABC9582-F046-E26B-3332-7A3A23E90287}"/>
          </ac:spMkLst>
        </pc:spChg>
        <pc:spChg chg="add mod">
          <ac:chgData name="Rost Fox" userId="83d70142554ccadb" providerId="LiveId" clId="{29C40FA7-5CF4-4A6B-846D-34B54EF01F92}" dt="2025-12-28T19:29:25.982" v="392" actId="164"/>
          <ac:spMkLst>
            <pc:docMk/>
            <pc:sldMk cId="1454273669" sldId="257"/>
            <ac:spMk id="20" creationId="{10FA8BBB-7CD4-ADAF-65FF-2E3CB3F93D84}"/>
          </ac:spMkLst>
        </pc:spChg>
        <pc:grpChg chg="add mod topLvl">
          <ac:chgData name="Rost Fox" userId="83d70142554ccadb" providerId="LiveId" clId="{29C40FA7-5CF4-4A6B-846D-34B54EF01F92}" dt="2025-12-28T19:23:56.899" v="340" actId="1076"/>
          <ac:grpSpMkLst>
            <pc:docMk/>
            <pc:sldMk cId="1454273669" sldId="257"/>
            <ac:grpSpMk id="13" creationId="{48CBFEA2-A9B3-2C00-9396-2CCF253F26A5}"/>
          </ac:grpSpMkLst>
        </pc:grpChg>
        <pc:grpChg chg="add mod">
          <ac:chgData name="Rost Fox" userId="83d70142554ccadb" providerId="LiveId" clId="{29C40FA7-5CF4-4A6B-846D-34B54EF01F92}" dt="2025-12-28T19:22:24.020" v="332" actId="1076"/>
          <ac:grpSpMkLst>
            <pc:docMk/>
            <pc:sldMk cId="1454273669" sldId="257"/>
            <ac:grpSpMk id="14" creationId="{A2EC9292-BF53-A8C5-C78D-02469FCAD805}"/>
          </ac:grpSpMkLst>
        </pc:grpChg>
        <pc:grpChg chg="add mod topLvl">
          <ac:chgData name="Rost Fox" userId="83d70142554ccadb" providerId="LiveId" clId="{29C40FA7-5CF4-4A6B-846D-34B54EF01F92}" dt="2025-12-28T19:23:42.096" v="339" actId="1076"/>
          <ac:grpSpMkLst>
            <pc:docMk/>
            <pc:sldMk cId="1454273669" sldId="257"/>
            <ac:grpSpMk id="15" creationId="{4B084FF7-A5AD-7A24-7D5B-A396F3DC86EB}"/>
          </ac:grpSpMkLst>
        </pc:grpChg>
        <pc:grpChg chg="add del mod">
          <ac:chgData name="Rost Fox" userId="83d70142554ccadb" providerId="LiveId" clId="{29C40FA7-5CF4-4A6B-846D-34B54EF01F92}" dt="2025-12-28T19:22:09.426" v="331" actId="165"/>
          <ac:grpSpMkLst>
            <pc:docMk/>
            <pc:sldMk cId="1454273669" sldId="257"/>
            <ac:grpSpMk id="16" creationId="{3C8641F7-1406-8AA5-5EC7-D397D0507823}"/>
          </ac:grpSpMkLst>
        </pc:grpChg>
        <pc:grpChg chg="add mod">
          <ac:chgData name="Rost Fox" userId="83d70142554ccadb" providerId="LiveId" clId="{29C40FA7-5CF4-4A6B-846D-34B54EF01F92}" dt="2025-12-28T19:29:25.982" v="392" actId="164"/>
          <ac:grpSpMkLst>
            <pc:docMk/>
            <pc:sldMk cId="1454273669" sldId="257"/>
            <ac:grpSpMk id="21" creationId="{DBF45713-589B-6A10-82A0-1C26F3F7DAA3}"/>
          </ac:grpSpMkLst>
        </pc:grpChg>
        <pc:picChg chg="add mod topLvl modCrop">
          <ac:chgData name="Rost Fox" userId="83d70142554ccadb" providerId="LiveId" clId="{29C40FA7-5CF4-4A6B-846D-34B54EF01F92}" dt="2025-12-28T19:24:09.903" v="341" actId="208"/>
          <ac:picMkLst>
            <pc:docMk/>
            <pc:sldMk cId="1454273669" sldId="257"/>
            <ac:picMk id="6" creationId="{50883212-F147-8FF2-0248-129BFAF6A5A8}"/>
          </ac:picMkLst>
        </pc:picChg>
        <pc:picChg chg="add mod">
          <ac:chgData name="Rost Fox" userId="83d70142554ccadb" providerId="LiveId" clId="{29C40FA7-5CF4-4A6B-846D-34B54EF01F92}" dt="2025-12-28T19:22:24.020" v="332" actId="1076"/>
          <ac:picMkLst>
            <pc:docMk/>
            <pc:sldMk cId="1454273669" sldId="257"/>
            <ac:picMk id="11" creationId="{017F3D9B-44AD-9AF6-6B6E-5AD18509354B}"/>
          </ac:picMkLst>
        </pc:picChg>
        <pc:picChg chg="add mod">
          <ac:chgData name="Rost Fox" userId="83d70142554ccadb" providerId="LiveId" clId="{29C40FA7-5CF4-4A6B-846D-34B54EF01F92}" dt="2025-12-28T19:23:42.096" v="339" actId="1076"/>
          <ac:picMkLst>
            <pc:docMk/>
            <pc:sldMk cId="1454273669" sldId="257"/>
            <ac:picMk id="12" creationId="{D2EC8E05-662E-2B63-3FC0-61C16B20460B}"/>
          </ac:picMkLst>
        </pc:picChg>
        <pc:picChg chg="add del mod">
          <ac:chgData name="Rost Fox" userId="83d70142554ccadb" providerId="LiveId" clId="{29C40FA7-5CF4-4A6B-846D-34B54EF01F92}" dt="2025-12-28T19:14:42.246" v="288" actId="478"/>
          <ac:picMkLst>
            <pc:docMk/>
            <pc:sldMk cId="1454273669" sldId="257"/>
            <ac:picMk id="2050" creationId="{36FC5910-694B-691F-9CF6-51A90BFB9C29}"/>
          </ac:picMkLst>
        </pc:picChg>
        <pc:picChg chg="add del mod">
          <ac:chgData name="Rost Fox" userId="83d70142554ccadb" providerId="LiveId" clId="{29C40FA7-5CF4-4A6B-846D-34B54EF01F92}" dt="2025-12-28T19:15:56.463" v="292" actId="478"/>
          <ac:picMkLst>
            <pc:docMk/>
            <pc:sldMk cId="1454273669" sldId="257"/>
            <ac:picMk id="2052" creationId="{9D108F1E-993E-DF9F-15E5-3DFBEA61031F}"/>
          </ac:picMkLst>
        </pc:picChg>
        <pc:picChg chg="add mod">
          <ac:chgData name="Rost Fox" userId="83d70142554ccadb" providerId="LiveId" clId="{29C40FA7-5CF4-4A6B-846D-34B54EF01F92}" dt="2025-12-28T19:23:56.899" v="340" actId="1076"/>
          <ac:picMkLst>
            <pc:docMk/>
            <pc:sldMk cId="1454273669" sldId="257"/>
            <ac:picMk id="2054" creationId="{25E1A5E8-7475-45FE-9110-6E4B7F29C596}"/>
          </ac:picMkLst>
        </pc:picChg>
      </pc:sldChg>
      <pc:sldChg chg="addSp delSp modSp new mod modAnim">
        <pc:chgData name="Rost Fox" userId="83d70142554ccadb" providerId="LiveId" clId="{29C40FA7-5CF4-4A6B-846D-34B54EF01F92}" dt="2025-12-28T20:45:45.876" v="1610" actId="1076"/>
        <pc:sldMkLst>
          <pc:docMk/>
          <pc:sldMk cId="359497418" sldId="258"/>
        </pc:sldMkLst>
        <pc:spChg chg="del">
          <ac:chgData name="Rost Fox" userId="83d70142554ccadb" providerId="LiveId" clId="{29C40FA7-5CF4-4A6B-846D-34B54EF01F92}" dt="2025-12-28T19:30:26.362" v="400" actId="478"/>
          <ac:spMkLst>
            <pc:docMk/>
            <pc:sldMk cId="359497418" sldId="258"/>
            <ac:spMk id="2" creationId="{F4592ADF-FC68-973A-16B0-F150990E3CF3}"/>
          </ac:spMkLst>
        </pc:spChg>
        <pc:spChg chg="del">
          <ac:chgData name="Rost Fox" userId="83d70142554ccadb" providerId="LiveId" clId="{29C40FA7-5CF4-4A6B-846D-34B54EF01F92}" dt="2025-12-28T19:30:25.871" v="399" actId="478"/>
          <ac:spMkLst>
            <pc:docMk/>
            <pc:sldMk cId="359497418" sldId="258"/>
            <ac:spMk id="3" creationId="{90E5E6CC-015D-5154-ADEA-2F98145EC634}"/>
          </ac:spMkLst>
        </pc:spChg>
        <pc:spChg chg="add mod">
          <ac:chgData name="Rost Fox" userId="83d70142554ccadb" providerId="LiveId" clId="{29C40FA7-5CF4-4A6B-846D-34B54EF01F92}" dt="2025-12-28T20:45:27.742" v="1608" actId="1036"/>
          <ac:spMkLst>
            <pc:docMk/>
            <pc:sldMk cId="359497418" sldId="258"/>
            <ac:spMk id="18" creationId="{EB16004B-7A98-936B-AB77-251453A3B67D}"/>
          </ac:spMkLst>
        </pc:spChg>
        <pc:spChg chg="add mod">
          <ac:chgData name="Rost Fox" userId="83d70142554ccadb" providerId="LiveId" clId="{29C40FA7-5CF4-4A6B-846D-34B54EF01F92}" dt="2025-12-28T20:45:45.876" v="1610" actId="1076"/>
          <ac:spMkLst>
            <pc:docMk/>
            <pc:sldMk cId="359497418" sldId="258"/>
            <ac:spMk id="19" creationId="{91510F5F-EE03-0C9B-C688-DACFB36C4A45}"/>
          </ac:spMkLst>
        </pc:spChg>
        <pc:spChg chg="add mod">
          <ac:chgData name="Rost Fox" userId="83d70142554ccadb" providerId="LiveId" clId="{29C40FA7-5CF4-4A6B-846D-34B54EF01F92}" dt="2025-12-28T20:45:23.094" v="1602" actId="1036"/>
          <ac:spMkLst>
            <pc:docMk/>
            <pc:sldMk cId="359497418" sldId="258"/>
            <ac:spMk id="20" creationId="{C9C5742F-0342-9BDF-60D3-53E0CDA18AAD}"/>
          </ac:spMkLst>
        </pc:spChg>
        <pc:spChg chg="add mod">
          <ac:chgData name="Rost Fox" userId="83d70142554ccadb" providerId="LiveId" clId="{29C40FA7-5CF4-4A6B-846D-34B54EF01F92}" dt="2025-12-28T20:15:45.790" v="1299"/>
          <ac:spMkLst>
            <pc:docMk/>
            <pc:sldMk cId="359497418" sldId="258"/>
            <ac:spMk id="25" creationId="{7EA454FC-88D1-94AB-11F2-DF582AB18D5E}"/>
          </ac:spMkLst>
        </pc:spChg>
        <pc:grpChg chg="add del mod">
          <ac:chgData name="Rost Fox" userId="83d70142554ccadb" providerId="LiveId" clId="{29C40FA7-5CF4-4A6B-846D-34B54EF01F92}" dt="2025-12-28T19:46:19.005" v="583" actId="165"/>
          <ac:grpSpMkLst>
            <pc:docMk/>
            <pc:sldMk cId="359497418" sldId="258"/>
            <ac:grpSpMk id="9" creationId="{A0DB8ED1-E0D8-A2D8-5005-3E8825C0F042}"/>
          </ac:grpSpMkLst>
        </pc:grpChg>
        <pc:grpChg chg="add del mod">
          <ac:chgData name="Rost Fox" userId="83d70142554ccadb" providerId="LiveId" clId="{29C40FA7-5CF4-4A6B-846D-34B54EF01F92}" dt="2025-12-28T19:49:35.888" v="854" actId="165"/>
          <ac:grpSpMkLst>
            <pc:docMk/>
            <pc:sldMk cId="359497418" sldId="258"/>
            <ac:grpSpMk id="11" creationId="{D618B557-06E3-5C00-768A-3593486EDC4B}"/>
          </ac:grpSpMkLst>
        </pc:grpChg>
        <pc:grpChg chg="add del mod">
          <ac:chgData name="Rost Fox" userId="83d70142554ccadb" providerId="LiveId" clId="{29C40FA7-5CF4-4A6B-846D-34B54EF01F92}" dt="2025-12-28T20:10:59.121" v="1257" actId="165"/>
          <ac:grpSpMkLst>
            <pc:docMk/>
            <pc:sldMk cId="359497418" sldId="258"/>
            <ac:grpSpMk id="17" creationId="{91AB6ADA-F9C3-3B44-B208-FF36F4A8567E}"/>
          </ac:grpSpMkLst>
        </pc:grpChg>
        <pc:grpChg chg="add mod">
          <ac:chgData name="Rost Fox" userId="83d70142554ccadb" providerId="LiveId" clId="{29C40FA7-5CF4-4A6B-846D-34B54EF01F92}" dt="2025-12-28T20:11:16.368" v="1258" actId="164"/>
          <ac:grpSpMkLst>
            <pc:docMk/>
            <pc:sldMk cId="359497418" sldId="258"/>
            <ac:grpSpMk id="22" creationId="{1B2750EE-BDE0-2656-F7CE-B539B02E7F9C}"/>
          </ac:grpSpMkLst>
        </pc:grpChg>
        <pc:grpChg chg="add mod">
          <ac:chgData name="Rost Fox" userId="83d70142554ccadb" providerId="LiveId" clId="{29C40FA7-5CF4-4A6B-846D-34B54EF01F92}" dt="2025-12-28T20:45:45.876" v="1610" actId="1076"/>
          <ac:grpSpMkLst>
            <pc:docMk/>
            <pc:sldMk cId="359497418" sldId="258"/>
            <ac:grpSpMk id="23" creationId="{893199B6-149E-F79E-F30C-6F8D26A0202D}"/>
          </ac:grpSpMkLst>
        </pc:grpChg>
        <pc:grpChg chg="add mod">
          <ac:chgData name="Rost Fox" userId="83d70142554ccadb" providerId="LiveId" clId="{29C40FA7-5CF4-4A6B-846D-34B54EF01F92}" dt="2025-12-28T20:45:23.094" v="1602" actId="1036"/>
          <ac:grpSpMkLst>
            <pc:docMk/>
            <pc:sldMk cId="359497418" sldId="258"/>
            <ac:grpSpMk id="24" creationId="{9F7982FA-2775-9B87-1211-2B45BB94DC5D}"/>
          </ac:grpSpMkLst>
        </pc:grpChg>
        <pc:picChg chg="add mod topLvl">
          <ac:chgData name="Rost Fox" userId="83d70142554ccadb" providerId="LiveId" clId="{29C40FA7-5CF4-4A6B-846D-34B54EF01F92}" dt="2025-12-28T20:10:59.121" v="1257" actId="165"/>
          <ac:picMkLst>
            <pc:docMk/>
            <pc:sldMk cId="359497418" sldId="258"/>
            <ac:picMk id="14" creationId="{F28680F2-E989-AE3E-4521-CA3F903BFB21}"/>
          </ac:picMkLst>
        </pc:picChg>
        <pc:picChg chg="add mod">
          <ac:chgData name="Rost Fox" userId="83d70142554ccadb" providerId="LiveId" clId="{29C40FA7-5CF4-4A6B-846D-34B54EF01F92}" dt="2025-12-28T20:45:23.094" v="1602" actId="1036"/>
          <ac:picMkLst>
            <pc:docMk/>
            <pc:sldMk cId="359497418" sldId="258"/>
            <ac:picMk id="21" creationId="{F47112BF-99C6-308B-2DF6-5359DF7766AC}"/>
          </ac:picMkLst>
        </pc:picChg>
        <pc:picChg chg="add del mod">
          <ac:chgData name="Rost Fox" userId="83d70142554ccadb" providerId="LiveId" clId="{29C40FA7-5CF4-4A6B-846D-34B54EF01F92}" dt="2025-12-28T19:39:16.074" v="421" actId="478"/>
          <ac:picMkLst>
            <pc:docMk/>
            <pc:sldMk cId="359497418" sldId="258"/>
            <ac:picMk id="3074" creationId="{18FBDB10-3AD0-3D28-61BD-EEDE5D1CE44B}"/>
          </ac:picMkLst>
        </pc:picChg>
        <pc:picChg chg="add del mod">
          <ac:chgData name="Rost Fox" userId="83d70142554ccadb" providerId="LiveId" clId="{29C40FA7-5CF4-4A6B-846D-34B54EF01F92}" dt="2025-12-28T19:40:47.268" v="425" actId="478"/>
          <ac:picMkLst>
            <pc:docMk/>
            <pc:sldMk cId="359497418" sldId="258"/>
            <ac:picMk id="3076" creationId="{8F2E6F03-6702-6780-B0ED-98CF4474CEBB}"/>
          </ac:picMkLst>
        </pc:picChg>
        <pc:picChg chg="add mod topLvl">
          <ac:chgData name="Rost Fox" userId="83d70142554ccadb" providerId="LiveId" clId="{29C40FA7-5CF4-4A6B-846D-34B54EF01F92}" dt="2025-12-28T20:10:59.121" v="1257" actId="165"/>
          <ac:picMkLst>
            <pc:docMk/>
            <pc:sldMk cId="359497418" sldId="258"/>
            <ac:picMk id="3078" creationId="{B39DCD41-A89D-CC9E-F1E8-F8A57854C3AA}"/>
          </ac:picMkLst>
        </pc:picChg>
        <pc:picChg chg="add mod">
          <ac:chgData name="Rost Fox" userId="83d70142554ccadb" providerId="LiveId" clId="{29C40FA7-5CF4-4A6B-846D-34B54EF01F92}" dt="2025-12-28T20:45:45.876" v="1610" actId="1076"/>
          <ac:picMkLst>
            <pc:docMk/>
            <pc:sldMk cId="359497418" sldId="258"/>
            <ac:picMk id="3080" creationId="{75FB1F07-DA6D-A419-30AB-3B62BD0E6BB0}"/>
          </ac:picMkLst>
        </pc:picChg>
        <pc:cxnChg chg="add mod topLvl">
          <ac:chgData name="Rost Fox" userId="83d70142554ccadb" providerId="LiveId" clId="{29C40FA7-5CF4-4A6B-846D-34B54EF01F92}" dt="2025-12-28T20:11:16.368" v="1258" actId="164"/>
          <ac:cxnSpMkLst>
            <pc:docMk/>
            <pc:sldMk cId="359497418" sldId="258"/>
            <ac:cxnSpMk id="5" creationId="{5770A054-BF10-8AF1-B0AC-C4FBB678AAD7}"/>
          </ac:cxnSpMkLst>
        </pc:cxnChg>
        <pc:cxnChg chg="add mod topLvl">
          <ac:chgData name="Rost Fox" userId="83d70142554ccadb" providerId="LiveId" clId="{29C40FA7-5CF4-4A6B-846D-34B54EF01F92}" dt="2025-12-28T20:11:16.368" v="1258" actId="164"/>
          <ac:cxnSpMkLst>
            <pc:docMk/>
            <pc:sldMk cId="359497418" sldId="258"/>
            <ac:cxnSpMk id="7" creationId="{01E8E292-3CE3-B86F-2468-EE1E7E4FB06A}"/>
          </ac:cxnSpMkLst>
        </pc:cxnChg>
        <pc:cxnChg chg="add mod topLvl">
          <ac:chgData name="Rost Fox" userId="83d70142554ccadb" providerId="LiveId" clId="{29C40FA7-5CF4-4A6B-846D-34B54EF01F92}" dt="2025-12-28T20:10:59.121" v="1257" actId="165"/>
          <ac:cxnSpMkLst>
            <pc:docMk/>
            <pc:sldMk cId="359497418" sldId="258"/>
            <ac:cxnSpMk id="10" creationId="{F9977558-1695-C7DB-77AC-6C4C5B6F6F63}"/>
          </ac:cxnSpMkLst>
        </pc:cxnChg>
        <pc:cxnChg chg="add mod topLvl">
          <ac:chgData name="Rost Fox" userId="83d70142554ccadb" providerId="LiveId" clId="{29C40FA7-5CF4-4A6B-846D-34B54EF01F92}" dt="2025-12-28T20:10:59.121" v="1257" actId="165"/>
          <ac:cxnSpMkLst>
            <pc:docMk/>
            <pc:sldMk cId="359497418" sldId="258"/>
            <ac:cxnSpMk id="13" creationId="{FB57EF8A-E77F-F91B-4144-770164E851D0}"/>
          </ac:cxnSpMkLst>
        </pc:cxnChg>
      </pc:sldChg>
      <pc:sldChg chg="addSp delSp modSp add mod modAnim">
        <pc:chgData name="Rost Fox" userId="83d70142554ccadb" providerId="LiveId" clId="{29C40FA7-5CF4-4A6B-846D-34B54EF01F92}" dt="2025-12-28T20:02:31.176" v="1130"/>
        <pc:sldMkLst>
          <pc:docMk/>
          <pc:sldMk cId="2468101463" sldId="259"/>
        </pc:sldMkLst>
        <pc:spChg chg="mod topLvl">
          <ac:chgData name="Rost Fox" userId="83d70142554ccadb" providerId="LiveId" clId="{29C40FA7-5CF4-4A6B-846D-34B54EF01F92}" dt="2025-12-28T20:01:49.421" v="1122" actId="164"/>
          <ac:spMkLst>
            <pc:docMk/>
            <pc:sldMk cId="2468101463" sldId="259"/>
            <ac:spMk id="7" creationId="{5B89AC56-D076-9CD1-4BC4-41F7C1DD228E}"/>
          </ac:spMkLst>
        </pc:spChg>
        <pc:spChg chg="mod topLvl">
          <ac:chgData name="Rost Fox" userId="83d70142554ccadb" providerId="LiveId" clId="{29C40FA7-5CF4-4A6B-846D-34B54EF01F92}" dt="2025-12-28T20:01:56.928" v="1123" actId="164"/>
          <ac:spMkLst>
            <pc:docMk/>
            <pc:sldMk cId="2468101463" sldId="259"/>
            <ac:spMk id="9" creationId="{929C669F-90A1-051B-46F9-8C9DDA31CD27}"/>
          </ac:spMkLst>
        </pc:spChg>
        <pc:spChg chg="mod">
          <ac:chgData name="Rost Fox" userId="83d70142554ccadb" providerId="LiveId" clId="{29C40FA7-5CF4-4A6B-846D-34B54EF01F92}" dt="2025-12-28T19:59:06.025" v="1048" actId="1076"/>
          <ac:spMkLst>
            <pc:docMk/>
            <pc:sldMk cId="2468101463" sldId="259"/>
            <ac:spMk id="10" creationId="{5AC9A7DB-A3AE-08C5-BC5A-13588211F361}"/>
          </ac:spMkLst>
        </pc:spChg>
        <pc:spChg chg="mod topLvl">
          <ac:chgData name="Rost Fox" userId="83d70142554ccadb" providerId="LiveId" clId="{29C40FA7-5CF4-4A6B-846D-34B54EF01F92}" dt="2025-12-28T20:01:19.319" v="1119" actId="164"/>
          <ac:spMkLst>
            <pc:docMk/>
            <pc:sldMk cId="2468101463" sldId="259"/>
            <ac:spMk id="17" creationId="{89BBCE90-8785-BA64-3C88-D3B1785C81E0}"/>
          </ac:spMkLst>
        </pc:spChg>
        <pc:spChg chg="mod topLvl">
          <ac:chgData name="Rost Fox" userId="83d70142554ccadb" providerId="LiveId" clId="{29C40FA7-5CF4-4A6B-846D-34B54EF01F92}" dt="2025-12-28T20:01:19.319" v="1119" actId="164"/>
          <ac:spMkLst>
            <pc:docMk/>
            <pc:sldMk cId="2468101463" sldId="259"/>
            <ac:spMk id="18" creationId="{5E1EE731-214F-F32D-DDD4-7B82FEBAD396}"/>
          </ac:spMkLst>
        </pc:spChg>
        <pc:spChg chg="mod topLvl">
          <ac:chgData name="Rost Fox" userId="83d70142554ccadb" providerId="LiveId" clId="{29C40FA7-5CF4-4A6B-846D-34B54EF01F92}" dt="2025-12-28T20:01:19.319" v="1119" actId="164"/>
          <ac:spMkLst>
            <pc:docMk/>
            <pc:sldMk cId="2468101463" sldId="259"/>
            <ac:spMk id="20" creationId="{3047B7EE-DE1E-80C9-90E2-1932A68966C6}"/>
          </ac:spMkLst>
        </pc:spChg>
        <pc:grpChg chg="add mod">
          <ac:chgData name="Rost Fox" userId="83d70142554ccadb" providerId="LiveId" clId="{29C40FA7-5CF4-4A6B-846D-34B54EF01F92}" dt="2025-12-28T20:02:15.527" v="1128" actId="12788"/>
          <ac:grpSpMkLst>
            <pc:docMk/>
            <pc:sldMk cId="2468101463" sldId="259"/>
            <ac:grpSpMk id="3" creationId="{D983FD16-315F-A82E-2346-44FC5A229BCD}"/>
          </ac:grpSpMkLst>
        </pc:grpChg>
        <pc:grpChg chg="add mod">
          <ac:chgData name="Rost Fox" userId="83d70142554ccadb" providerId="LiveId" clId="{29C40FA7-5CF4-4A6B-846D-34B54EF01F92}" dt="2025-12-28T20:01:49.421" v="1122" actId="164"/>
          <ac:grpSpMkLst>
            <pc:docMk/>
            <pc:sldMk cId="2468101463" sldId="259"/>
            <ac:grpSpMk id="4" creationId="{24D960CC-A668-03B2-CCDC-35FA3B90EB63}"/>
          </ac:grpSpMkLst>
        </pc:grpChg>
        <pc:grpChg chg="add mod">
          <ac:chgData name="Rost Fox" userId="83d70142554ccadb" providerId="LiveId" clId="{29C40FA7-5CF4-4A6B-846D-34B54EF01F92}" dt="2025-12-28T20:01:56.928" v="1123" actId="164"/>
          <ac:grpSpMkLst>
            <pc:docMk/>
            <pc:sldMk cId="2468101463" sldId="259"/>
            <ac:grpSpMk id="5" creationId="{499BFFF7-29C3-AE5B-EEB9-28BA10F44C38}"/>
          </ac:grpSpMkLst>
        </pc:grpChg>
        <pc:grpChg chg="del">
          <ac:chgData name="Rost Fox" userId="83d70142554ccadb" providerId="LiveId" clId="{29C40FA7-5CF4-4A6B-846D-34B54EF01F92}" dt="2025-12-28T19:55:11.731" v="905" actId="165"/>
          <ac:grpSpMkLst>
            <pc:docMk/>
            <pc:sldMk cId="2468101463" sldId="259"/>
            <ac:grpSpMk id="13" creationId="{DF2140B6-9ED4-653F-9633-ECE1200A69B3}"/>
          </ac:grpSpMkLst>
        </pc:grpChg>
        <pc:grpChg chg="del">
          <ac:chgData name="Rost Fox" userId="83d70142554ccadb" providerId="LiveId" clId="{29C40FA7-5CF4-4A6B-846D-34B54EF01F92}" dt="2025-12-28T19:56:06.638" v="952" actId="165"/>
          <ac:grpSpMkLst>
            <pc:docMk/>
            <pc:sldMk cId="2468101463" sldId="259"/>
            <ac:grpSpMk id="14" creationId="{ACA6EB93-7A84-5779-E63A-BF898E4E7D9D}"/>
          </ac:grpSpMkLst>
        </pc:grpChg>
        <pc:grpChg chg="del">
          <ac:chgData name="Rost Fox" userId="83d70142554ccadb" providerId="LiveId" clId="{29C40FA7-5CF4-4A6B-846D-34B54EF01F92}" dt="2025-12-28T19:57:44.557" v="1011" actId="478"/>
          <ac:grpSpMkLst>
            <pc:docMk/>
            <pc:sldMk cId="2468101463" sldId="259"/>
            <ac:grpSpMk id="15" creationId="{05DDDD30-FDA6-AEFE-679E-2EFAF23F059D}"/>
          </ac:grpSpMkLst>
        </pc:grpChg>
        <pc:grpChg chg="del">
          <ac:chgData name="Rost Fox" userId="83d70142554ccadb" providerId="LiveId" clId="{29C40FA7-5CF4-4A6B-846D-34B54EF01F92}" dt="2025-12-28T20:00:49.792" v="1113" actId="165"/>
          <ac:grpSpMkLst>
            <pc:docMk/>
            <pc:sldMk cId="2468101463" sldId="259"/>
            <ac:grpSpMk id="21" creationId="{58A7E411-AEDC-2CE3-BFC6-5F94D7D321EE}"/>
          </ac:grpSpMkLst>
        </pc:grpChg>
        <pc:picChg chg="add mod">
          <ac:chgData name="Rost Fox" userId="83d70142554ccadb" providerId="LiveId" clId="{29C40FA7-5CF4-4A6B-846D-34B54EF01F92}" dt="2025-12-28T19:59:32.403" v="1055" actId="1076"/>
          <ac:picMkLst>
            <pc:docMk/>
            <pc:sldMk cId="2468101463" sldId="259"/>
            <ac:picMk id="2" creationId="{313906BE-4701-24AB-6C2C-2A83662D5B9E}"/>
          </ac:picMkLst>
        </pc:picChg>
        <pc:picChg chg="del">
          <ac:chgData name="Rost Fox" userId="83d70142554ccadb" providerId="LiveId" clId="{29C40FA7-5CF4-4A6B-846D-34B54EF01F92}" dt="2025-12-28T19:51:41.490" v="865" actId="478"/>
          <ac:picMkLst>
            <pc:docMk/>
            <pc:sldMk cId="2468101463" sldId="259"/>
            <ac:picMk id="6" creationId="{1525388D-22E4-A6BC-6659-633DAA028F0E}"/>
          </ac:picMkLst>
        </pc:picChg>
        <pc:picChg chg="mod topLvl">
          <ac:chgData name="Rost Fox" userId="83d70142554ccadb" providerId="LiveId" clId="{29C40FA7-5CF4-4A6B-846D-34B54EF01F92}" dt="2025-12-28T20:01:56.928" v="1123" actId="164"/>
          <ac:picMkLst>
            <pc:docMk/>
            <pc:sldMk cId="2468101463" sldId="259"/>
            <ac:picMk id="11" creationId="{6877D179-0062-A274-F5FB-72E5497C4CDE}"/>
          </ac:picMkLst>
        </pc:picChg>
        <pc:picChg chg="mod topLvl">
          <ac:chgData name="Rost Fox" userId="83d70142554ccadb" providerId="LiveId" clId="{29C40FA7-5CF4-4A6B-846D-34B54EF01F92}" dt="2025-12-28T20:01:49.421" v="1122" actId="164"/>
          <ac:picMkLst>
            <pc:docMk/>
            <pc:sldMk cId="2468101463" sldId="259"/>
            <ac:picMk id="2054" creationId="{7BC319FA-CDA0-BCAB-1CFE-672B8AA5970B}"/>
          </ac:picMkLst>
        </pc:picChg>
      </pc:sldChg>
      <pc:sldChg chg="addSp delSp modSp new mod modAnim">
        <pc:chgData name="Rost Fox" userId="83d70142554ccadb" providerId="LiveId" clId="{29C40FA7-5CF4-4A6B-846D-34B54EF01F92}" dt="2025-12-28T20:29:51.566" v="1551" actId="1076"/>
        <pc:sldMkLst>
          <pc:docMk/>
          <pc:sldMk cId="2461191754" sldId="260"/>
        </pc:sldMkLst>
        <pc:spChg chg="del">
          <ac:chgData name="Rost Fox" userId="83d70142554ccadb" providerId="LiveId" clId="{29C40FA7-5CF4-4A6B-846D-34B54EF01F92}" dt="2025-12-28T20:15:57.904" v="1301" actId="478"/>
          <ac:spMkLst>
            <pc:docMk/>
            <pc:sldMk cId="2461191754" sldId="260"/>
            <ac:spMk id="2" creationId="{2E991DE8-8CDA-6733-9D9E-C51CABB8C65E}"/>
          </ac:spMkLst>
        </pc:spChg>
        <pc:spChg chg="del">
          <ac:chgData name="Rost Fox" userId="83d70142554ccadb" providerId="LiveId" clId="{29C40FA7-5CF4-4A6B-846D-34B54EF01F92}" dt="2025-12-28T20:15:58.580" v="1302" actId="478"/>
          <ac:spMkLst>
            <pc:docMk/>
            <pc:sldMk cId="2461191754" sldId="260"/>
            <ac:spMk id="3" creationId="{9EBE1A6C-60EB-F79D-6C7B-40169342EB74}"/>
          </ac:spMkLst>
        </pc:spChg>
        <pc:spChg chg="add mod">
          <ac:chgData name="Rost Fox" userId="83d70142554ccadb" providerId="LiveId" clId="{29C40FA7-5CF4-4A6B-846D-34B54EF01F92}" dt="2025-12-28T20:16:31.029" v="1303"/>
          <ac:spMkLst>
            <pc:docMk/>
            <pc:sldMk cId="2461191754" sldId="260"/>
            <ac:spMk id="4" creationId="{B9FE842A-F88A-5FDE-49D7-BD99AEEAC63A}"/>
          </ac:spMkLst>
        </pc:spChg>
        <pc:spChg chg="add mod">
          <ac:chgData name="Rost Fox" userId="83d70142554ccadb" providerId="LiveId" clId="{29C40FA7-5CF4-4A6B-846D-34B54EF01F92}" dt="2025-12-28T20:29:51.566" v="1551" actId="1076"/>
          <ac:spMkLst>
            <pc:docMk/>
            <pc:sldMk cId="2461191754" sldId="260"/>
            <ac:spMk id="5" creationId="{6FCD55FF-04BD-8F37-489D-719D623DB4D1}"/>
          </ac:spMkLst>
        </pc:spChg>
        <pc:spChg chg="add mod ord">
          <ac:chgData name="Rost Fox" userId="83d70142554ccadb" providerId="LiveId" clId="{29C40FA7-5CF4-4A6B-846D-34B54EF01F92}" dt="2025-12-28T20:27:21.298" v="1470" actId="164"/>
          <ac:spMkLst>
            <pc:docMk/>
            <pc:sldMk cId="2461191754" sldId="260"/>
            <ac:spMk id="10" creationId="{35096070-31FA-26C4-3BDB-F5A8FC65D18D}"/>
          </ac:spMkLst>
        </pc:spChg>
        <pc:spChg chg="add mod ord">
          <ac:chgData name="Rost Fox" userId="83d70142554ccadb" providerId="LiveId" clId="{29C40FA7-5CF4-4A6B-846D-34B54EF01F92}" dt="2025-12-28T20:27:32.200" v="1472" actId="164"/>
          <ac:spMkLst>
            <pc:docMk/>
            <pc:sldMk cId="2461191754" sldId="260"/>
            <ac:spMk id="11" creationId="{B91EF5D0-201A-29AC-15BD-2182F145986B}"/>
          </ac:spMkLst>
        </pc:spChg>
        <pc:spChg chg="mod topLvl">
          <ac:chgData name="Rost Fox" userId="83d70142554ccadb" providerId="LiveId" clId="{29C40FA7-5CF4-4A6B-846D-34B54EF01F92}" dt="2025-12-28T20:29:23.449" v="1546" actId="164"/>
          <ac:spMkLst>
            <pc:docMk/>
            <pc:sldMk cId="2461191754" sldId="260"/>
            <ac:spMk id="15" creationId="{4AFD1127-B164-FF28-EB53-2C552B2B35AE}"/>
          </ac:spMkLst>
        </pc:spChg>
        <pc:spChg chg="add mod">
          <ac:chgData name="Rost Fox" userId="83d70142554ccadb" providerId="LiveId" clId="{29C40FA7-5CF4-4A6B-846D-34B54EF01F92}" dt="2025-12-28T20:29:39.973" v="1549" actId="164"/>
          <ac:spMkLst>
            <pc:docMk/>
            <pc:sldMk cId="2461191754" sldId="260"/>
            <ac:spMk id="17" creationId="{352AAD36-AA71-1714-FF75-CBBEAA2EF72C}"/>
          </ac:spMkLst>
        </pc:spChg>
        <pc:grpChg chg="add mod">
          <ac:chgData name="Rost Fox" userId="83d70142554ccadb" providerId="LiveId" clId="{29C40FA7-5CF4-4A6B-846D-34B54EF01F92}" dt="2025-12-28T20:29:23.449" v="1546" actId="164"/>
          <ac:grpSpMkLst>
            <pc:docMk/>
            <pc:sldMk cId="2461191754" sldId="260"/>
            <ac:grpSpMk id="12" creationId="{1308BBBD-4F79-8CC5-C354-C4FCFB72250E}"/>
          </ac:grpSpMkLst>
        </pc:grpChg>
        <pc:grpChg chg="add mod">
          <ac:chgData name="Rost Fox" userId="83d70142554ccadb" providerId="LiveId" clId="{29C40FA7-5CF4-4A6B-846D-34B54EF01F92}" dt="2025-12-28T20:29:39.973" v="1549" actId="164"/>
          <ac:grpSpMkLst>
            <pc:docMk/>
            <pc:sldMk cId="2461191754" sldId="260"/>
            <ac:grpSpMk id="13" creationId="{D9A61703-EB04-AC07-234F-38D9884DA81B}"/>
          </ac:grpSpMkLst>
        </pc:grpChg>
        <pc:grpChg chg="add del mod">
          <ac:chgData name="Rost Fox" userId="83d70142554ccadb" providerId="LiveId" clId="{29C40FA7-5CF4-4A6B-846D-34B54EF01F92}" dt="2025-12-28T20:27:51.623" v="1476" actId="165"/>
          <ac:grpSpMkLst>
            <pc:docMk/>
            <pc:sldMk cId="2461191754" sldId="260"/>
            <ac:grpSpMk id="14" creationId="{634E3B0F-BD70-2D9F-3BF6-4304428FCF9A}"/>
          </ac:grpSpMkLst>
        </pc:grpChg>
        <pc:grpChg chg="add mod">
          <ac:chgData name="Rost Fox" userId="83d70142554ccadb" providerId="LiveId" clId="{29C40FA7-5CF4-4A6B-846D-34B54EF01F92}" dt="2025-12-28T20:29:23.449" v="1546" actId="164"/>
          <ac:grpSpMkLst>
            <pc:docMk/>
            <pc:sldMk cId="2461191754" sldId="260"/>
            <ac:grpSpMk id="18" creationId="{C8591C2A-E2CA-C88F-5978-55F8882A0D2D}"/>
          </ac:grpSpMkLst>
        </pc:grpChg>
        <pc:grpChg chg="add mod">
          <ac:chgData name="Rost Fox" userId="83d70142554ccadb" providerId="LiveId" clId="{29C40FA7-5CF4-4A6B-846D-34B54EF01F92}" dt="2025-12-28T20:29:39.973" v="1549" actId="164"/>
          <ac:grpSpMkLst>
            <pc:docMk/>
            <pc:sldMk cId="2461191754" sldId="260"/>
            <ac:grpSpMk id="19" creationId="{3320D537-2B01-AFDD-E61F-0EE33C176DC7}"/>
          </ac:grpSpMkLst>
        </pc:grpChg>
        <pc:picChg chg="add mod modCrop">
          <ac:chgData name="Rost Fox" userId="83d70142554ccadb" providerId="LiveId" clId="{29C40FA7-5CF4-4A6B-846D-34B54EF01F92}" dt="2025-12-28T20:27:21.298" v="1470" actId="164"/>
          <ac:picMkLst>
            <pc:docMk/>
            <pc:sldMk cId="2461191754" sldId="260"/>
            <ac:picMk id="7" creationId="{AF281D09-D85C-D4F4-B371-AC9226E73C05}"/>
          </ac:picMkLst>
        </pc:picChg>
        <pc:picChg chg="add mod modCrop">
          <ac:chgData name="Rost Fox" userId="83d70142554ccadb" providerId="LiveId" clId="{29C40FA7-5CF4-4A6B-846D-34B54EF01F92}" dt="2025-12-28T20:27:32.200" v="1472" actId="164"/>
          <ac:picMkLst>
            <pc:docMk/>
            <pc:sldMk cId="2461191754" sldId="260"/>
            <ac:picMk id="9" creationId="{3AE28AFE-B028-950E-31D7-11CE378AA6C1}"/>
          </ac:picMkLst>
        </pc:picChg>
        <pc:picChg chg="del mod topLvl">
          <ac:chgData name="Rost Fox" userId="83d70142554ccadb" providerId="LiveId" clId="{29C40FA7-5CF4-4A6B-846D-34B54EF01F92}" dt="2025-12-28T20:27:54.075" v="1477" actId="478"/>
          <ac:picMkLst>
            <pc:docMk/>
            <pc:sldMk cId="2461191754" sldId="260"/>
            <ac:picMk id="16" creationId="{1668D97D-9FB8-D201-4375-F9C60F45D34D}"/>
          </ac:picMkLst>
        </pc:picChg>
      </pc:sldChg>
      <pc:sldChg chg="addSp delSp modSp new mod modAnim">
        <pc:chgData name="Rost Fox" userId="83d70142554ccadb" providerId="LiveId" clId="{29C40FA7-5CF4-4A6B-846D-34B54EF01F92}" dt="2025-12-28T21:36:03.159" v="2124" actId="12788"/>
        <pc:sldMkLst>
          <pc:docMk/>
          <pc:sldMk cId="4051937343" sldId="261"/>
        </pc:sldMkLst>
        <pc:spChg chg="del">
          <ac:chgData name="Rost Fox" userId="83d70142554ccadb" providerId="LiveId" clId="{29C40FA7-5CF4-4A6B-846D-34B54EF01F92}" dt="2025-12-28T20:36:31.322" v="1554" actId="478"/>
          <ac:spMkLst>
            <pc:docMk/>
            <pc:sldMk cId="4051937343" sldId="261"/>
            <ac:spMk id="2" creationId="{B9F52993-9E03-3915-4750-880720C252F9}"/>
          </ac:spMkLst>
        </pc:spChg>
        <pc:spChg chg="del">
          <ac:chgData name="Rost Fox" userId="83d70142554ccadb" providerId="LiveId" clId="{29C40FA7-5CF4-4A6B-846D-34B54EF01F92}" dt="2025-12-28T20:36:30.807" v="1553" actId="478"/>
          <ac:spMkLst>
            <pc:docMk/>
            <pc:sldMk cId="4051937343" sldId="261"/>
            <ac:spMk id="3" creationId="{F7315870-656C-11C9-5222-1B1831D2BE00}"/>
          </ac:spMkLst>
        </pc:spChg>
        <pc:spChg chg="add mod">
          <ac:chgData name="Rost Fox" userId="83d70142554ccadb" providerId="LiveId" clId="{29C40FA7-5CF4-4A6B-846D-34B54EF01F92}" dt="2025-12-28T21:36:03.159" v="2124" actId="12788"/>
          <ac:spMkLst>
            <pc:docMk/>
            <pc:sldMk cId="4051937343" sldId="261"/>
            <ac:spMk id="7" creationId="{6FCD55FF-04BD-8F37-489D-719D623DB4D1}"/>
          </ac:spMkLst>
        </pc:spChg>
        <pc:spChg chg="add mod">
          <ac:chgData name="Rost Fox" userId="83d70142554ccadb" providerId="LiveId" clId="{29C40FA7-5CF4-4A6B-846D-34B54EF01F92}" dt="2025-12-28T20:46:40.459" v="1667"/>
          <ac:spMkLst>
            <pc:docMk/>
            <pc:sldMk cId="4051937343" sldId="261"/>
            <ac:spMk id="8" creationId="{5E2B8A28-E678-A281-BF1D-51D85600A803}"/>
          </ac:spMkLst>
        </pc:spChg>
        <pc:spChg chg="add mod">
          <ac:chgData name="Rost Fox" userId="83d70142554ccadb" providerId="LiveId" clId="{29C40FA7-5CF4-4A6B-846D-34B54EF01F92}" dt="2025-12-28T21:04:23.974" v="2063" actId="164"/>
          <ac:spMkLst>
            <pc:docMk/>
            <pc:sldMk cId="4051937343" sldId="261"/>
            <ac:spMk id="16" creationId="{352AAD36-AA71-1714-FF75-CBBEAA2EF72C}"/>
          </ac:spMkLst>
        </pc:spChg>
        <pc:spChg chg="add mod">
          <ac:chgData name="Rost Fox" userId="83d70142554ccadb" providerId="LiveId" clId="{29C40FA7-5CF4-4A6B-846D-34B54EF01F92}" dt="2025-12-28T21:04:28.446" v="2064" actId="164"/>
          <ac:spMkLst>
            <pc:docMk/>
            <pc:sldMk cId="4051937343" sldId="261"/>
            <ac:spMk id="19" creationId="{465D0885-9364-B871-A8AA-EB0C5547EE90}"/>
          </ac:spMkLst>
        </pc:spChg>
        <pc:spChg chg="add mod">
          <ac:chgData name="Rost Fox" userId="83d70142554ccadb" providerId="LiveId" clId="{29C40FA7-5CF4-4A6B-846D-34B54EF01F92}" dt="2025-12-28T21:04:32.848" v="2065" actId="164"/>
          <ac:spMkLst>
            <pc:docMk/>
            <pc:sldMk cId="4051937343" sldId="261"/>
            <ac:spMk id="21" creationId="{078CF3BC-241C-78F6-0143-5704ACF1B0E4}"/>
          </ac:spMkLst>
        </pc:spChg>
        <pc:spChg chg="add mod">
          <ac:chgData name="Rost Fox" userId="83d70142554ccadb" providerId="LiveId" clId="{29C40FA7-5CF4-4A6B-846D-34B54EF01F92}" dt="2025-12-28T21:04:37.284" v="2066" actId="164"/>
          <ac:spMkLst>
            <pc:docMk/>
            <pc:sldMk cId="4051937343" sldId="261"/>
            <ac:spMk id="23" creationId="{4908CCD9-286E-D1C2-0A68-FBBA80D865C3}"/>
          </ac:spMkLst>
        </pc:spChg>
        <pc:spChg chg="add mod">
          <ac:chgData name="Rost Fox" userId="83d70142554ccadb" providerId="LiveId" clId="{29C40FA7-5CF4-4A6B-846D-34B54EF01F92}" dt="2025-12-28T21:04:45.047" v="2067" actId="164"/>
          <ac:spMkLst>
            <pc:docMk/>
            <pc:sldMk cId="4051937343" sldId="261"/>
            <ac:spMk id="32" creationId="{54104480-EF9F-4A9E-2CF5-55050C44BB0F}"/>
          </ac:spMkLst>
        </pc:spChg>
        <pc:spChg chg="add mod">
          <ac:chgData name="Rost Fox" userId="83d70142554ccadb" providerId="LiveId" clId="{29C40FA7-5CF4-4A6B-846D-34B54EF01F92}" dt="2025-12-28T21:05:21.046" v="2073" actId="164"/>
          <ac:spMkLst>
            <pc:docMk/>
            <pc:sldMk cId="4051937343" sldId="261"/>
            <ac:spMk id="34" creationId="{83C25927-6D44-E4F1-EC34-91972DB27674}"/>
          </ac:spMkLst>
        </pc:spChg>
        <pc:grpChg chg="add mod">
          <ac:chgData name="Rost Fox" userId="83d70142554ccadb" providerId="LiveId" clId="{29C40FA7-5CF4-4A6B-846D-34B54EF01F92}" dt="2025-12-28T21:04:23.974" v="2063" actId="164"/>
          <ac:grpSpMkLst>
            <pc:docMk/>
            <pc:sldMk cId="4051937343" sldId="261"/>
            <ac:grpSpMk id="35" creationId="{7A30AC33-49A9-32E2-77B2-1043B74DB0C2}"/>
          </ac:grpSpMkLst>
        </pc:grpChg>
        <pc:grpChg chg="add mod">
          <ac:chgData name="Rost Fox" userId="83d70142554ccadb" providerId="LiveId" clId="{29C40FA7-5CF4-4A6B-846D-34B54EF01F92}" dt="2025-12-28T21:04:28.446" v="2064" actId="164"/>
          <ac:grpSpMkLst>
            <pc:docMk/>
            <pc:sldMk cId="4051937343" sldId="261"/>
            <ac:grpSpMk id="36" creationId="{9EB56E3A-9EBB-F554-037F-2E02B5909B7A}"/>
          </ac:grpSpMkLst>
        </pc:grpChg>
        <pc:grpChg chg="add mod">
          <ac:chgData name="Rost Fox" userId="83d70142554ccadb" providerId="LiveId" clId="{29C40FA7-5CF4-4A6B-846D-34B54EF01F92}" dt="2025-12-28T21:04:32.848" v="2065" actId="164"/>
          <ac:grpSpMkLst>
            <pc:docMk/>
            <pc:sldMk cId="4051937343" sldId="261"/>
            <ac:grpSpMk id="37" creationId="{D1420C3F-C332-3EA2-074A-6BAE860193E5}"/>
          </ac:grpSpMkLst>
        </pc:grpChg>
        <pc:grpChg chg="add mod">
          <ac:chgData name="Rost Fox" userId="83d70142554ccadb" providerId="LiveId" clId="{29C40FA7-5CF4-4A6B-846D-34B54EF01F92}" dt="2025-12-28T21:04:37.284" v="2066" actId="164"/>
          <ac:grpSpMkLst>
            <pc:docMk/>
            <pc:sldMk cId="4051937343" sldId="261"/>
            <ac:grpSpMk id="38" creationId="{51295AA7-7692-E1B2-5FAA-D3D294A6373B}"/>
          </ac:grpSpMkLst>
        </pc:grpChg>
        <pc:grpChg chg="add mod">
          <ac:chgData name="Rost Fox" userId="83d70142554ccadb" providerId="LiveId" clId="{29C40FA7-5CF4-4A6B-846D-34B54EF01F92}" dt="2025-12-28T21:04:45.047" v="2067" actId="164"/>
          <ac:grpSpMkLst>
            <pc:docMk/>
            <pc:sldMk cId="4051937343" sldId="261"/>
            <ac:grpSpMk id="39" creationId="{4099A626-BA37-BBB9-302A-817BF898AB6F}"/>
          </ac:grpSpMkLst>
        </pc:grpChg>
        <pc:grpChg chg="add mod">
          <ac:chgData name="Rost Fox" userId="83d70142554ccadb" providerId="LiveId" clId="{29C40FA7-5CF4-4A6B-846D-34B54EF01F92}" dt="2025-12-28T21:05:21.046" v="2073" actId="164"/>
          <ac:grpSpMkLst>
            <pc:docMk/>
            <pc:sldMk cId="4051937343" sldId="261"/>
            <ac:grpSpMk id="41" creationId="{52E06C28-513F-5A8D-5657-FD8768ACDBE1}"/>
          </ac:grpSpMkLst>
        </pc:grpChg>
        <pc:picChg chg="add del">
          <ac:chgData name="Rost Fox" userId="83d70142554ccadb" providerId="LiveId" clId="{29C40FA7-5CF4-4A6B-846D-34B54EF01F92}" dt="2025-12-28T20:37:37.050" v="1557" actId="478"/>
          <ac:picMkLst>
            <pc:docMk/>
            <pc:sldMk cId="4051937343" sldId="261"/>
            <ac:picMk id="4" creationId="{99A3862A-C7D2-B141-C62B-8D462654C652}"/>
          </ac:picMkLst>
        </pc:picChg>
        <pc:picChg chg="add del mod">
          <ac:chgData name="Rost Fox" userId="83d70142554ccadb" providerId="LiveId" clId="{29C40FA7-5CF4-4A6B-846D-34B54EF01F92}" dt="2025-12-28T20:38:44.706" v="1563" actId="478"/>
          <ac:picMkLst>
            <pc:docMk/>
            <pc:sldMk cId="4051937343" sldId="261"/>
            <ac:picMk id="5" creationId="{FB3B5D4D-FCE3-1B54-8FC5-091B02923314}"/>
          </ac:picMkLst>
        </pc:picChg>
        <pc:picChg chg="add mod modCrop">
          <ac:chgData name="Rost Fox" userId="83d70142554ccadb" providerId="LiveId" clId="{29C40FA7-5CF4-4A6B-846D-34B54EF01F92}" dt="2025-12-28T21:01:47.258" v="1991" actId="732"/>
          <ac:picMkLst>
            <pc:docMk/>
            <pc:sldMk cId="4051937343" sldId="261"/>
            <ac:picMk id="6" creationId="{3DEBF0BE-DAFE-907A-62F7-77D38B83FF33}"/>
          </ac:picMkLst>
        </pc:picChg>
        <pc:picChg chg="add">
          <ac:chgData name="Rost Fox" userId="83d70142554ccadb" providerId="LiveId" clId="{29C40FA7-5CF4-4A6B-846D-34B54EF01F92}" dt="2025-12-28T20:37:26.117" v="1555"/>
          <ac:picMkLst>
            <pc:docMk/>
            <pc:sldMk cId="4051937343" sldId="261"/>
            <ac:picMk id="5122" creationId="{73600CEE-CD2F-15AC-4645-A1EBCDD76CA1}"/>
          </ac:picMkLst>
        </pc:picChg>
        <pc:picChg chg="add del mod">
          <ac:chgData name="Rost Fox" userId="83d70142554ccadb" providerId="LiveId" clId="{29C40FA7-5CF4-4A6B-846D-34B54EF01F92}" dt="2025-12-28T20:39:31.032" v="1567" actId="478"/>
          <ac:picMkLst>
            <pc:docMk/>
            <pc:sldMk cId="4051937343" sldId="261"/>
            <ac:picMk id="5124" creationId="{F7390A1A-BF09-512C-EE82-5A9EC9B10DCF}"/>
          </ac:picMkLst>
        </pc:picChg>
        <pc:picChg chg="add del mod">
          <ac:chgData name="Rost Fox" userId="83d70142554ccadb" providerId="LiveId" clId="{29C40FA7-5CF4-4A6B-846D-34B54EF01F92}" dt="2025-12-28T20:40:40.500" v="1571" actId="478"/>
          <ac:picMkLst>
            <pc:docMk/>
            <pc:sldMk cId="4051937343" sldId="261"/>
            <ac:picMk id="5126" creationId="{35F6F0E9-6380-F037-57AC-215C30DCCD13}"/>
          </ac:picMkLst>
        </pc:picChg>
        <pc:picChg chg="add del mod">
          <ac:chgData name="Rost Fox" userId="83d70142554ccadb" providerId="LiveId" clId="{29C40FA7-5CF4-4A6B-846D-34B54EF01F92}" dt="2025-12-28T20:41:14.133" v="1575" actId="478"/>
          <ac:picMkLst>
            <pc:docMk/>
            <pc:sldMk cId="4051937343" sldId="261"/>
            <ac:picMk id="5128" creationId="{0FBDEDCA-53A2-AEE9-4BE8-8BEBC0DC14C3}"/>
          </ac:picMkLst>
        </pc:picChg>
        <pc:cxnChg chg="add mod">
          <ac:chgData name="Rost Fox" userId="83d70142554ccadb" providerId="LiveId" clId="{29C40FA7-5CF4-4A6B-846D-34B54EF01F92}" dt="2025-12-28T21:04:23.974" v="2063" actId="164"/>
          <ac:cxnSpMkLst>
            <pc:docMk/>
            <pc:sldMk cId="4051937343" sldId="261"/>
            <ac:cxnSpMk id="10" creationId="{3178C069-6763-5510-4247-E50EE95C13CC}"/>
          </ac:cxnSpMkLst>
        </pc:cxnChg>
        <pc:cxnChg chg="add mod">
          <ac:chgData name="Rost Fox" userId="83d70142554ccadb" providerId="LiveId" clId="{29C40FA7-5CF4-4A6B-846D-34B54EF01F92}" dt="2025-12-28T21:04:28.446" v="2064" actId="164"/>
          <ac:cxnSpMkLst>
            <pc:docMk/>
            <pc:sldMk cId="4051937343" sldId="261"/>
            <ac:cxnSpMk id="17" creationId="{460096F8-EC02-D283-BF48-9F363B83F373}"/>
          </ac:cxnSpMkLst>
        </pc:cxnChg>
        <pc:cxnChg chg="add mod">
          <ac:chgData name="Rost Fox" userId="83d70142554ccadb" providerId="LiveId" clId="{29C40FA7-5CF4-4A6B-846D-34B54EF01F92}" dt="2025-12-28T21:04:32.848" v="2065" actId="164"/>
          <ac:cxnSpMkLst>
            <pc:docMk/>
            <pc:sldMk cId="4051937343" sldId="261"/>
            <ac:cxnSpMk id="20" creationId="{3AB37C3A-26AB-88E9-1E95-8147B0071829}"/>
          </ac:cxnSpMkLst>
        </pc:cxnChg>
        <pc:cxnChg chg="add mod">
          <ac:chgData name="Rost Fox" userId="83d70142554ccadb" providerId="LiveId" clId="{29C40FA7-5CF4-4A6B-846D-34B54EF01F92}" dt="2025-12-28T21:04:37.284" v="2066" actId="164"/>
          <ac:cxnSpMkLst>
            <pc:docMk/>
            <pc:sldMk cId="4051937343" sldId="261"/>
            <ac:cxnSpMk id="22" creationId="{DF792987-CA16-C25D-68A2-C0594A25B835}"/>
          </ac:cxnSpMkLst>
        </pc:cxnChg>
        <pc:cxnChg chg="add mod">
          <ac:chgData name="Rost Fox" userId="83d70142554ccadb" providerId="LiveId" clId="{29C40FA7-5CF4-4A6B-846D-34B54EF01F92}" dt="2025-12-28T21:32:06.375" v="2120" actId="1036"/>
          <ac:cxnSpMkLst>
            <pc:docMk/>
            <pc:sldMk cId="4051937343" sldId="261"/>
            <ac:cxnSpMk id="25" creationId="{09345287-948B-B96E-B08D-BDE3A7C6C52F}"/>
          </ac:cxnSpMkLst>
        </pc:cxnChg>
        <pc:cxnChg chg="add mod">
          <ac:chgData name="Rost Fox" userId="83d70142554ccadb" providerId="LiveId" clId="{29C40FA7-5CF4-4A6B-846D-34B54EF01F92}" dt="2025-12-28T21:05:21.046" v="2073" actId="164"/>
          <ac:cxnSpMkLst>
            <pc:docMk/>
            <pc:sldMk cId="4051937343" sldId="261"/>
            <ac:cxnSpMk id="33" creationId="{E5876FCB-2B00-59A2-EADE-D056440B23D6}"/>
          </ac:cxnSpMkLst>
        </pc:cxnChg>
      </pc:sldChg>
      <pc:sldChg chg="addSp delSp modSp new del mod">
        <pc:chgData name="Rost Fox" userId="83d70142554ccadb" providerId="LiveId" clId="{29C40FA7-5CF4-4A6B-846D-34B54EF01F92}" dt="2025-12-28T21:29:55.148" v="2117" actId="2696"/>
        <pc:sldMkLst>
          <pc:docMk/>
          <pc:sldMk cId="1149297775" sldId="262"/>
        </pc:sldMkLst>
        <pc:spChg chg="del">
          <ac:chgData name="Rost Fox" userId="83d70142554ccadb" providerId="LiveId" clId="{29C40FA7-5CF4-4A6B-846D-34B54EF01F92}" dt="2025-12-28T21:21:24.798" v="2088" actId="478"/>
          <ac:spMkLst>
            <pc:docMk/>
            <pc:sldMk cId="1149297775" sldId="262"/>
            <ac:spMk id="2" creationId="{E14285D5-BA61-ED2E-B112-5CEF7C49AD76}"/>
          </ac:spMkLst>
        </pc:spChg>
        <pc:spChg chg="del">
          <ac:chgData name="Rost Fox" userId="83d70142554ccadb" providerId="LiveId" clId="{29C40FA7-5CF4-4A6B-846D-34B54EF01F92}" dt="2025-12-28T21:21:24.396" v="2087" actId="478"/>
          <ac:spMkLst>
            <pc:docMk/>
            <pc:sldMk cId="1149297775" sldId="262"/>
            <ac:spMk id="3" creationId="{4AAF5F4E-B1B4-50A7-935F-ED9965A31453}"/>
          </ac:spMkLst>
        </pc:spChg>
        <pc:picChg chg="add del mod">
          <ac:chgData name="Rost Fox" userId="83d70142554ccadb" providerId="LiveId" clId="{29C40FA7-5CF4-4A6B-846D-34B54EF01F92}" dt="2025-12-28T21:21:35.308" v="2094" actId="478"/>
          <ac:picMkLst>
            <pc:docMk/>
            <pc:sldMk cId="1149297775" sldId="262"/>
            <ac:picMk id="7170" creationId="{A87B9077-F036-428F-D807-B8786AD7DC4D}"/>
          </ac:picMkLst>
        </pc:picChg>
        <pc:picChg chg="add del mod">
          <ac:chgData name="Rost Fox" userId="83d70142554ccadb" providerId="LiveId" clId="{29C40FA7-5CF4-4A6B-846D-34B54EF01F92}" dt="2025-12-28T21:22:45.285" v="2109" actId="478"/>
          <ac:picMkLst>
            <pc:docMk/>
            <pc:sldMk cId="1149297775" sldId="262"/>
            <ac:picMk id="7172" creationId="{CA61E242-AD1F-B009-2AA5-AD1424D5E15A}"/>
          </ac:picMkLst>
        </pc:picChg>
        <pc:picChg chg="add del mod">
          <ac:chgData name="Rost Fox" userId="83d70142554ccadb" providerId="LiveId" clId="{29C40FA7-5CF4-4A6B-846D-34B54EF01F92}" dt="2025-12-28T21:26:24.130" v="2116" actId="478"/>
          <ac:picMkLst>
            <pc:docMk/>
            <pc:sldMk cId="1149297775" sldId="262"/>
            <ac:picMk id="7174" creationId="{C1962143-961D-D51F-FCD6-5B674F28043A}"/>
          </ac:picMkLst>
        </pc:picChg>
      </pc:sldChg>
      <pc:sldChg chg="addSp delSp modSp new mod">
        <pc:chgData name="Rost Fox" userId="83d70142554ccadb" providerId="LiveId" clId="{29C40FA7-5CF4-4A6B-846D-34B54EF01F92}" dt="2025-12-28T21:45:33.980" v="2326" actId="1035"/>
        <pc:sldMkLst>
          <pc:docMk/>
          <pc:sldMk cId="2753657052" sldId="262"/>
        </pc:sldMkLst>
        <pc:spChg chg="del">
          <ac:chgData name="Rost Fox" userId="83d70142554ccadb" providerId="LiveId" clId="{29C40FA7-5CF4-4A6B-846D-34B54EF01F92}" dt="2025-12-28T21:35:54.714" v="2123" actId="478"/>
          <ac:spMkLst>
            <pc:docMk/>
            <pc:sldMk cId="2753657052" sldId="262"/>
            <ac:spMk id="2" creationId="{38E231A7-7AB7-647D-DB4D-A16FF7CA8DE7}"/>
          </ac:spMkLst>
        </pc:spChg>
        <pc:spChg chg="del">
          <ac:chgData name="Rost Fox" userId="83d70142554ccadb" providerId="LiveId" clId="{29C40FA7-5CF4-4A6B-846D-34B54EF01F92}" dt="2025-12-28T21:35:54.266" v="2122" actId="478"/>
          <ac:spMkLst>
            <pc:docMk/>
            <pc:sldMk cId="2753657052" sldId="262"/>
            <ac:spMk id="3" creationId="{1997BECA-C8D8-DD6F-ACA6-93B288CB5A06}"/>
          </ac:spMkLst>
        </pc:spChg>
        <pc:spChg chg="add mod">
          <ac:chgData name="Rost Fox" userId="83d70142554ccadb" providerId="LiveId" clId="{29C40FA7-5CF4-4A6B-846D-34B54EF01F92}" dt="2025-12-28T21:45:33.980" v="2326" actId="1035"/>
          <ac:spMkLst>
            <pc:docMk/>
            <pc:sldMk cId="2753657052" sldId="262"/>
            <ac:spMk id="7" creationId="{DA9EBF6B-DA13-7266-CA5D-18E26386B6FE}"/>
          </ac:spMkLst>
        </pc:spChg>
        <pc:spChg chg="add mod">
          <ac:chgData name="Rost Fox" userId="83d70142554ccadb" providerId="LiveId" clId="{29C40FA7-5CF4-4A6B-846D-34B54EF01F92}" dt="2025-12-28T21:44:30.192" v="2319"/>
          <ac:spMkLst>
            <pc:docMk/>
            <pc:sldMk cId="2753657052" sldId="262"/>
            <ac:spMk id="8" creationId="{5E2D39E6-E635-0885-86F7-DC18DFC546CB}"/>
          </ac:spMkLst>
        </pc:spChg>
        <pc:picChg chg="add mod modCrop">
          <ac:chgData name="Rost Fox" userId="83d70142554ccadb" providerId="LiveId" clId="{29C40FA7-5CF4-4A6B-846D-34B54EF01F92}" dt="2025-12-28T21:44:53.590" v="2322" actId="1076"/>
          <ac:picMkLst>
            <pc:docMk/>
            <pc:sldMk cId="2753657052" sldId="262"/>
            <ac:picMk id="5" creationId="{6B845518-C64E-03A2-8840-A13748570DB7}"/>
          </ac:picMkLst>
        </pc:picChg>
        <pc:picChg chg="add mod modCrop">
          <ac:chgData name="Rost Fox" userId="83d70142554ccadb" providerId="LiveId" clId="{29C40FA7-5CF4-4A6B-846D-34B54EF01F92}" dt="2025-12-28T21:44:56.196" v="2323" actId="1076"/>
          <ac:picMkLst>
            <pc:docMk/>
            <pc:sldMk cId="2753657052" sldId="262"/>
            <ac:picMk id="6" creationId="{EDE16B20-9F65-4F94-BAF1-548D142ECB2D}"/>
          </ac:picMkLst>
        </pc:picChg>
      </pc:sldChg>
      <pc:sldMasterChg chg="modSp modSldLayout">
        <pc:chgData name="Rost Fox" userId="83d70142554ccadb" providerId="LiveId" clId="{29C40FA7-5CF4-4A6B-846D-34B54EF01F92}" dt="2025-12-28T18:20:26.483" v="2"/>
        <pc:sldMasterMkLst>
          <pc:docMk/>
          <pc:sldMasterMk cId="3862255877" sldId="2147483648"/>
        </pc:sldMasterMkLst>
        <pc:spChg chg="mod">
          <ac:chgData name="Rost Fox" userId="83d70142554ccadb" providerId="LiveId" clId="{29C40FA7-5CF4-4A6B-846D-34B54EF01F92}" dt="2025-12-28T18:20:26.483" v="2"/>
          <ac:spMkLst>
            <pc:docMk/>
            <pc:sldMasterMk cId="3862255877" sldId="2147483648"/>
            <ac:spMk id="2" creationId="{BB0C3335-20A9-5AA4-A059-B55D739BC87E}"/>
          </ac:spMkLst>
        </pc:spChg>
        <pc:spChg chg="mod">
          <ac:chgData name="Rost Fox" userId="83d70142554ccadb" providerId="LiveId" clId="{29C40FA7-5CF4-4A6B-846D-34B54EF01F92}" dt="2025-12-28T18:20:26.483" v="2"/>
          <ac:spMkLst>
            <pc:docMk/>
            <pc:sldMasterMk cId="3862255877" sldId="2147483648"/>
            <ac:spMk id="3" creationId="{ACC425CD-B329-C5B5-44C8-6FBA3A65786A}"/>
          </ac:spMkLst>
        </pc:spChg>
        <pc:spChg chg="mod">
          <ac:chgData name="Rost Fox" userId="83d70142554ccadb" providerId="LiveId" clId="{29C40FA7-5CF4-4A6B-846D-34B54EF01F92}" dt="2025-12-28T18:20:26.483" v="2"/>
          <ac:spMkLst>
            <pc:docMk/>
            <pc:sldMasterMk cId="3862255877" sldId="2147483648"/>
            <ac:spMk id="4" creationId="{5B6D357D-2C35-7A6F-350F-06A64282BF18}"/>
          </ac:spMkLst>
        </pc:spChg>
        <pc:spChg chg="mod">
          <ac:chgData name="Rost Fox" userId="83d70142554ccadb" providerId="LiveId" clId="{29C40FA7-5CF4-4A6B-846D-34B54EF01F92}" dt="2025-12-28T18:20:26.483" v="2"/>
          <ac:spMkLst>
            <pc:docMk/>
            <pc:sldMasterMk cId="3862255877" sldId="2147483648"/>
            <ac:spMk id="5" creationId="{34B95AE7-56B4-2534-03D1-EF294177A6C3}"/>
          </ac:spMkLst>
        </pc:spChg>
        <pc:spChg chg="mod">
          <ac:chgData name="Rost Fox" userId="83d70142554ccadb" providerId="LiveId" clId="{29C40FA7-5CF4-4A6B-846D-34B54EF01F92}" dt="2025-12-28T18:20:26.483" v="2"/>
          <ac:spMkLst>
            <pc:docMk/>
            <pc:sldMasterMk cId="3862255877" sldId="2147483648"/>
            <ac:spMk id="6" creationId="{42B0D571-D2C6-BBF9-BC4F-B700E293FDC9}"/>
          </ac:spMkLst>
        </pc:spChg>
        <pc:sldLayoutChg chg="modSp">
          <pc:chgData name="Rost Fox" userId="83d70142554ccadb" providerId="LiveId" clId="{29C40FA7-5CF4-4A6B-846D-34B54EF01F92}" dt="2025-12-28T18:20:26.483" v="2"/>
          <pc:sldLayoutMkLst>
            <pc:docMk/>
            <pc:sldMasterMk cId="3862255877" sldId="2147483648"/>
            <pc:sldLayoutMk cId="3296554861" sldId="2147483649"/>
          </pc:sldLayoutMkLst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3296554861" sldId="2147483649"/>
              <ac:spMk id="2" creationId="{6D88D2BB-134B-A006-6E69-DC1F1A7B6C4B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3296554861" sldId="2147483649"/>
              <ac:spMk id="3" creationId="{BD2C63C3-F8A0-7CEF-3871-D768B4FA87EC}"/>
            </ac:spMkLst>
          </pc:spChg>
        </pc:sldLayoutChg>
        <pc:sldLayoutChg chg="modSp">
          <pc:chgData name="Rost Fox" userId="83d70142554ccadb" providerId="LiveId" clId="{29C40FA7-5CF4-4A6B-846D-34B54EF01F92}" dt="2025-12-28T18:20:26.483" v="2"/>
          <pc:sldLayoutMkLst>
            <pc:docMk/>
            <pc:sldMasterMk cId="3862255877" sldId="2147483648"/>
            <pc:sldLayoutMk cId="756587407" sldId="2147483651"/>
          </pc:sldLayoutMkLst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756587407" sldId="2147483651"/>
              <ac:spMk id="2" creationId="{3D7FFFAB-65D6-6E4C-C3AC-05CD7DED2CCA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756587407" sldId="2147483651"/>
              <ac:spMk id="3" creationId="{7841EE59-F132-EACA-5193-FC7164A0F693}"/>
            </ac:spMkLst>
          </pc:spChg>
        </pc:sldLayoutChg>
        <pc:sldLayoutChg chg="modSp">
          <pc:chgData name="Rost Fox" userId="83d70142554ccadb" providerId="LiveId" clId="{29C40FA7-5CF4-4A6B-846D-34B54EF01F92}" dt="2025-12-28T18:20:26.483" v="2"/>
          <pc:sldLayoutMkLst>
            <pc:docMk/>
            <pc:sldMasterMk cId="3862255877" sldId="2147483648"/>
            <pc:sldLayoutMk cId="1109183673" sldId="2147483652"/>
          </pc:sldLayoutMkLst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1109183673" sldId="2147483652"/>
              <ac:spMk id="3" creationId="{B6E1B9D0-8DF1-DF9A-2E11-5E777ED776FB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1109183673" sldId="2147483652"/>
              <ac:spMk id="4" creationId="{7AB2D7E3-8098-48BA-DAB9-FB6A49777D45}"/>
            </ac:spMkLst>
          </pc:spChg>
        </pc:sldLayoutChg>
        <pc:sldLayoutChg chg="modSp">
          <pc:chgData name="Rost Fox" userId="83d70142554ccadb" providerId="LiveId" clId="{29C40FA7-5CF4-4A6B-846D-34B54EF01F92}" dt="2025-12-28T18:20:26.483" v="2"/>
          <pc:sldLayoutMkLst>
            <pc:docMk/>
            <pc:sldMasterMk cId="3862255877" sldId="2147483648"/>
            <pc:sldLayoutMk cId="1147879924" sldId="2147483653"/>
          </pc:sldLayoutMkLst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1147879924" sldId="2147483653"/>
              <ac:spMk id="2" creationId="{E062C024-3579-7D0B-07E9-0B1362D3ACE4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1147879924" sldId="2147483653"/>
              <ac:spMk id="3" creationId="{FE6F5436-82AA-36FD-497F-E2B55B05519A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1147879924" sldId="2147483653"/>
              <ac:spMk id="4" creationId="{47A7594B-3E1A-6B75-FA7A-86EAD836C905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1147879924" sldId="2147483653"/>
              <ac:spMk id="5" creationId="{148A6711-4722-7B60-70B7-1B99BE81B413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1147879924" sldId="2147483653"/>
              <ac:spMk id="6" creationId="{6F47D8E2-7D3B-3058-47E4-0E786D65734A}"/>
            </ac:spMkLst>
          </pc:spChg>
        </pc:sldLayoutChg>
        <pc:sldLayoutChg chg="modSp">
          <pc:chgData name="Rost Fox" userId="83d70142554ccadb" providerId="LiveId" clId="{29C40FA7-5CF4-4A6B-846D-34B54EF01F92}" dt="2025-12-28T18:20:26.483" v="2"/>
          <pc:sldLayoutMkLst>
            <pc:docMk/>
            <pc:sldMasterMk cId="3862255877" sldId="2147483648"/>
            <pc:sldLayoutMk cId="4246209571" sldId="2147483656"/>
          </pc:sldLayoutMkLst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4246209571" sldId="2147483656"/>
              <ac:spMk id="2" creationId="{CD1E92C4-D315-051F-5D60-1C3E008A6D76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4246209571" sldId="2147483656"/>
              <ac:spMk id="3" creationId="{6F9BC735-E607-E415-0129-22DEF792E32F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4246209571" sldId="2147483656"/>
              <ac:spMk id="4" creationId="{F3AE327B-6BA0-E6F8-7073-73F7A8315EEB}"/>
            </ac:spMkLst>
          </pc:spChg>
        </pc:sldLayoutChg>
        <pc:sldLayoutChg chg="modSp">
          <pc:chgData name="Rost Fox" userId="83d70142554ccadb" providerId="LiveId" clId="{29C40FA7-5CF4-4A6B-846D-34B54EF01F92}" dt="2025-12-28T18:20:26.483" v="2"/>
          <pc:sldLayoutMkLst>
            <pc:docMk/>
            <pc:sldMasterMk cId="3862255877" sldId="2147483648"/>
            <pc:sldLayoutMk cId="2113864617" sldId="2147483657"/>
          </pc:sldLayoutMkLst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2113864617" sldId="2147483657"/>
              <ac:spMk id="2" creationId="{0864D0B1-C700-F7C1-F0F5-495512404740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2113864617" sldId="2147483657"/>
              <ac:spMk id="3" creationId="{714EF532-606F-86F9-12DB-298EA235EBAC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2113864617" sldId="2147483657"/>
              <ac:spMk id="4" creationId="{C3709009-BA4B-52A5-91A7-AEB2D884E733}"/>
            </ac:spMkLst>
          </pc:spChg>
        </pc:sldLayoutChg>
        <pc:sldLayoutChg chg="modSp">
          <pc:chgData name="Rost Fox" userId="83d70142554ccadb" providerId="LiveId" clId="{29C40FA7-5CF4-4A6B-846D-34B54EF01F92}" dt="2025-12-28T18:20:26.483" v="2"/>
          <pc:sldLayoutMkLst>
            <pc:docMk/>
            <pc:sldMasterMk cId="3862255877" sldId="2147483648"/>
            <pc:sldLayoutMk cId="3828365264" sldId="2147483659"/>
          </pc:sldLayoutMkLst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3828365264" sldId="2147483659"/>
              <ac:spMk id="2" creationId="{212320AE-62AF-95B6-430B-33DA8050FB95}"/>
            </ac:spMkLst>
          </pc:spChg>
          <pc:spChg chg="mod">
            <ac:chgData name="Rost Fox" userId="83d70142554ccadb" providerId="LiveId" clId="{29C40FA7-5CF4-4A6B-846D-34B54EF01F92}" dt="2025-12-28T18:20:26.483" v="2"/>
            <ac:spMkLst>
              <pc:docMk/>
              <pc:sldMasterMk cId="3862255877" sldId="2147483648"/>
              <pc:sldLayoutMk cId="3828365264" sldId="2147483659"/>
              <ac:spMk id="3" creationId="{E476C3AA-3EAF-2EA3-30AB-3538D06593E6}"/>
            </ac:spMkLst>
          </pc:spChg>
        </pc:sldLayoutChg>
      </pc:sldMasterChg>
      <pc:sldMasterChg chg="modSp modSldLayout">
        <pc:chgData name="Rost Fox" userId="83d70142554ccadb" providerId="LiveId" clId="{29C40FA7-5CF4-4A6B-846D-34B54EF01F92}" dt="2025-12-28T18:20:33.182" v="3"/>
        <pc:sldMasterMkLst>
          <pc:docMk/>
          <pc:sldMasterMk cId="1487262150" sldId="2147483660"/>
        </pc:sldMasterMkLst>
        <pc:spChg chg="mod">
          <ac:chgData name="Rost Fox" userId="83d70142554ccadb" providerId="LiveId" clId="{29C40FA7-5CF4-4A6B-846D-34B54EF01F92}" dt="2025-12-28T18:20:33.182" v="3"/>
          <ac:spMkLst>
            <pc:docMk/>
            <pc:sldMasterMk cId="1487262150" sldId="2147483660"/>
            <ac:spMk id="2" creationId="{00000000-0000-0000-0000-000000000000}"/>
          </ac:spMkLst>
        </pc:spChg>
        <pc:spChg chg="mod">
          <ac:chgData name="Rost Fox" userId="83d70142554ccadb" providerId="LiveId" clId="{29C40FA7-5CF4-4A6B-846D-34B54EF01F92}" dt="2025-12-28T18:20:33.182" v="3"/>
          <ac:spMkLst>
            <pc:docMk/>
            <pc:sldMasterMk cId="1487262150" sldId="2147483660"/>
            <ac:spMk id="3" creationId="{00000000-0000-0000-0000-000000000000}"/>
          </ac:spMkLst>
        </pc:spChg>
        <pc:spChg chg="mod">
          <ac:chgData name="Rost Fox" userId="83d70142554ccadb" providerId="LiveId" clId="{29C40FA7-5CF4-4A6B-846D-34B54EF01F92}" dt="2025-12-28T18:20:33.182" v="3"/>
          <ac:spMkLst>
            <pc:docMk/>
            <pc:sldMasterMk cId="1487262150" sldId="2147483660"/>
            <ac:spMk id="4" creationId="{00000000-0000-0000-0000-000000000000}"/>
          </ac:spMkLst>
        </pc:spChg>
        <pc:spChg chg="mod">
          <ac:chgData name="Rost Fox" userId="83d70142554ccadb" providerId="LiveId" clId="{29C40FA7-5CF4-4A6B-846D-34B54EF01F92}" dt="2025-12-28T18:20:33.182" v="3"/>
          <ac:spMkLst>
            <pc:docMk/>
            <pc:sldMasterMk cId="1487262150" sldId="2147483660"/>
            <ac:spMk id="5" creationId="{00000000-0000-0000-0000-000000000000}"/>
          </ac:spMkLst>
        </pc:spChg>
        <pc:spChg chg="mod">
          <ac:chgData name="Rost Fox" userId="83d70142554ccadb" providerId="LiveId" clId="{29C40FA7-5CF4-4A6B-846D-34B54EF01F92}" dt="2025-12-28T18:20:33.182" v="3"/>
          <ac:spMkLst>
            <pc:docMk/>
            <pc:sldMasterMk cId="1487262150" sldId="2147483660"/>
            <ac:spMk id="6" creationId="{00000000-0000-0000-0000-000000000000}"/>
          </ac:spMkLst>
        </pc:spChg>
        <pc:sldLayoutChg chg="modSp">
          <pc:chgData name="Rost Fox" userId="83d70142554ccadb" providerId="LiveId" clId="{29C40FA7-5CF4-4A6B-846D-34B54EF01F92}" dt="2025-12-28T18:20:33.182" v="3"/>
          <pc:sldLayoutMkLst>
            <pc:docMk/>
            <pc:sldMasterMk cId="1487262150" sldId="2147483660"/>
            <pc:sldLayoutMk cId="3635791965" sldId="2147483661"/>
          </pc:sldLayoutMkLst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3635791965" sldId="2147483661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3635791965" sldId="2147483661"/>
              <ac:spMk id="3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33.182" v="3"/>
          <pc:sldLayoutMkLst>
            <pc:docMk/>
            <pc:sldMasterMk cId="1487262150" sldId="2147483660"/>
            <pc:sldLayoutMk cId="2445782073" sldId="2147483663"/>
          </pc:sldLayoutMkLst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2445782073" sldId="2147483663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2445782073" sldId="2147483663"/>
              <ac:spMk id="3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33.182" v="3"/>
          <pc:sldLayoutMkLst>
            <pc:docMk/>
            <pc:sldMasterMk cId="1487262150" sldId="2147483660"/>
            <pc:sldLayoutMk cId="1871680378" sldId="2147483664"/>
          </pc:sldLayoutMkLst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1871680378" sldId="2147483664"/>
              <ac:spMk id="3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1871680378" sldId="2147483664"/>
              <ac:spMk id="4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33.182" v="3"/>
          <pc:sldLayoutMkLst>
            <pc:docMk/>
            <pc:sldMasterMk cId="1487262150" sldId="2147483660"/>
            <pc:sldLayoutMk cId="1753269512" sldId="2147483665"/>
          </pc:sldLayoutMkLst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1753269512" sldId="2147483665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1753269512" sldId="2147483665"/>
              <ac:spMk id="3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1753269512" sldId="2147483665"/>
              <ac:spMk id="4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1753269512" sldId="2147483665"/>
              <ac:spMk id="5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1753269512" sldId="2147483665"/>
              <ac:spMk id="6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33.182" v="3"/>
          <pc:sldLayoutMkLst>
            <pc:docMk/>
            <pc:sldMasterMk cId="1487262150" sldId="2147483660"/>
            <pc:sldLayoutMk cId="742448711" sldId="2147483668"/>
          </pc:sldLayoutMkLst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742448711" sldId="2147483668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742448711" sldId="2147483668"/>
              <ac:spMk id="3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742448711" sldId="2147483668"/>
              <ac:spMk id="4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33.182" v="3"/>
          <pc:sldLayoutMkLst>
            <pc:docMk/>
            <pc:sldMasterMk cId="1487262150" sldId="2147483660"/>
            <pc:sldLayoutMk cId="3554753978" sldId="2147483669"/>
          </pc:sldLayoutMkLst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3554753978" sldId="2147483669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3554753978" sldId="2147483669"/>
              <ac:spMk id="3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3554753978" sldId="2147483669"/>
              <ac:spMk id="4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33.182" v="3"/>
          <pc:sldLayoutMkLst>
            <pc:docMk/>
            <pc:sldMasterMk cId="1487262150" sldId="2147483660"/>
            <pc:sldLayoutMk cId="4041959821" sldId="2147483671"/>
          </pc:sldLayoutMkLst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4041959821" sldId="2147483671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33.182" v="3"/>
            <ac:spMkLst>
              <pc:docMk/>
              <pc:sldMasterMk cId="1487262150" sldId="2147483660"/>
              <pc:sldLayoutMk cId="4041959821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Rost Fox" userId="83d70142554ccadb" providerId="LiveId" clId="{29C40FA7-5CF4-4A6B-846D-34B54EF01F92}" dt="2025-12-28T18:20:40.969" v="4"/>
        <pc:sldMasterMkLst>
          <pc:docMk/>
          <pc:sldMasterMk cId="2912411149" sldId="2147483672"/>
        </pc:sldMasterMkLst>
        <pc:spChg chg="mod">
          <ac:chgData name="Rost Fox" userId="83d70142554ccadb" providerId="LiveId" clId="{29C40FA7-5CF4-4A6B-846D-34B54EF01F92}" dt="2025-12-28T18:20:40.969" v="4"/>
          <ac:spMkLst>
            <pc:docMk/>
            <pc:sldMasterMk cId="2912411149" sldId="2147483672"/>
            <ac:spMk id="2" creationId="{00000000-0000-0000-0000-000000000000}"/>
          </ac:spMkLst>
        </pc:spChg>
        <pc:spChg chg="mod">
          <ac:chgData name="Rost Fox" userId="83d70142554ccadb" providerId="LiveId" clId="{29C40FA7-5CF4-4A6B-846D-34B54EF01F92}" dt="2025-12-28T18:20:40.969" v="4"/>
          <ac:spMkLst>
            <pc:docMk/>
            <pc:sldMasterMk cId="2912411149" sldId="2147483672"/>
            <ac:spMk id="3" creationId="{00000000-0000-0000-0000-000000000000}"/>
          </ac:spMkLst>
        </pc:spChg>
        <pc:spChg chg="mod">
          <ac:chgData name="Rost Fox" userId="83d70142554ccadb" providerId="LiveId" clId="{29C40FA7-5CF4-4A6B-846D-34B54EF01F92}" dt="2025-12-28T18:20:40.969" v="4"/>
          <ac:spMkLst>
            <pc:docMk/>
            <pc:sldMasterMk cId="2912411149" sldId="2147483672"/>
            <ac:spMk id="4" creationId="{00000000-0000-0000-0000-000000000000}"/>
          </ac:spMkLst>
        </pc:spChg>
        <pc:spChg chg="mod">
          <ac:chgData name="Rost Fox" userId="83d70142554ccadb" providerId="LiveId" clId="{29C40FA7-5CF4-4A6B-846D-34B54EF01F92}" dt="2025-12-28T18:20:40.969" v="4"/>
          <ac:spMkLst>
            <pc:docMk/>
            <pc:sldMasterMk cId="2912411149" sldId="2147483672"/>
            <ac:spMk id="5" creationId="{00000000-0000-0000-0000-000000000000}"/>
          </ac:spMkLst>
        </pc:spChg>
        <pc:spChg chg="mod">
          <ac:chgData name="Rost Fox" userId="83d70142554ccadb" providerId="LiveId" clId="{29C40FA7-5CF4-4A6B-846D-34B54EF01F92}" dt="2025-12-28T18:20:40.969" v="4"/>
          <ac:spMkLst>
            <pc:docMk/>
            <pc:sldMasterMk cId="2912411149" sldId="2147483672"/>
            <ac:spMk id="6" creationId="{00000000-0000-0000-0000-000000000000}"/>
          </ac:spMkLst>
        </pc:spChg>
        <pc:sldLayoutChg chg="modSp">
          <pc:chgData name="Rost Fox" userId="83d70142554ccadb" providerId="LiveId" clId="{29C40FA7-5CF4-4A6B-846D-34B54EF01F92}" dt="2025-12-28T18:20:40.969" v="4"/>
          <pc:sldLayoutMkLst>
            <pc:docMk/>
            <pc:sldMasterMk cId="2912411149" sldId="2147483672"/>
            <pc:sldLayoutMk cId="459391082" sldId="2147483673"/>
          </pc:sldLayoutMkLst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459391082" sldId="2147483673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459391082" sldId="2147483673"/>
              <ac:spMk id="3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40.969" v="4"/>
          <pc:sldLayoutMkLst>
            <pc:docMk/>
            <pc:sldMasterMk cId="2912411149" sldId="2147483672"/>
            <pc:sldLayoutMk cId="1445203177" sldId="2147483675"/>
          </pc:sldLayoutMkLst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1445203177" sldId="2147483675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1445203177" sldId="2147483675"/>
              <ac:spMk id="3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40.969" v="4"/>
          <pc:sldLayoutMkLst>
            <pc:docMk/>
            <pc:sldMasterMk cId="2912411149" sldId="2147483672"/>
            <pc:sldLayoutMk cId="2646850190" sldId="2147483676"/>
          </pc:sldLayoutMkLst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2646850190" sldId="2147483676"/>
              <ac:spMk id="3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2646850190" sldId="2147483676"/>
              <ac:spMk id="4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40.969" v="4"/>
          <pc:sldLayoutMkLst>
            <pc:docMk/>
            <pc:sldMasterMk cId="2912411149" sldId="2147483672"/>
            <pc:sldLayoutMk cId="1920418473" sldId="2147483677"/>
          </pc:sldLayoutMkLst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1920418473" sldId="2147483677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1920418473" sldId="2147483677"/>
              <ac:spMk id="3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1920418473" sldId="2147483677"/>
              <ac:spMk id="4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1920418473" sldId="2147483677"/>
              <ac:spMk id="5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1920418473" sldId="2147483677"/>
              <ac:spMk id="6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40.969" v="4"/>
          <pc:sldLayoutMkLst>
            <pc:docMk/>
            <pc:sldMasterMk cId="2912411149" sldId="2147483672"/>
            <pc:sldLayoutMk cId="3771448827" sldId="2147483680"/>
          </pc:sldLayoutMkLst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3771448827" sldId="2147483680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3771448827" sldId="2147483680"/>
              <ac:spMk id="3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3771448827" sldId="2147483680"/>
              <ac:spMk id="4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40.969" v="4"/>
          <pc:sldLayoutMkLst>
            <pc:docMk/>
            <pc:sldMasterMk cId="2912411149" sldId="2147483672"/>
            <pc:sldLayoutMk cId="2151494642" sldId="2147483681"/>
          </pc:sldLayoutMkLst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2151494642" sldId="2147483681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2151494642" sldId="2147483681"/>
              <ac:spMk id="3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2151494642" sldId="2147483681"/>
              <ac:spMk id="4" creationId="{00000000-0000-0000-0000-000000000000}"/>
            </ac:spMkLst>
          </pc:spChg>
        </pc:sldLayoutChg>
        <pc:sldLayoutChg chg="modSp">
          <pc:chgData name="Rost Fox" userId="83d70142554ccadb" providerId="LiveId" clId="{29C40FA7-5CF4-4A6B-846D-34B54EF01F92}" dt="2025-12-28T18:20:40.969" v="4"/>
          <pc:sldLayoutMkLst>
            <pc:docMk/>
            <pc:sldMasterMk cId="2912411149" sldId="2147483672"/>
            <pc:sldLayoutMk cId="1911936196" sldId="2147483683"/>
          </pc:sldLayoutMkLst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1911936196" sldId="2147483683"/>
              <ac:spMk id="2" creationId="{00000000-0000-0000-0000-000000000000}"/>
            </ac:spMkLst>
          </pc:spChg>
          <pc:spChg chg="mod">
            <ac:chgData name="Rost Fox" userId="83d70142554ccadb" providerId="LiveId" clId="{29C40FA7-5CF4-4A6B-846D-34B54EF01F92}" dt="2025-12-28T18:20:40.969" v="4"/>
            <ac:spMkLst>
              <pc:docMk/>
              <pc:sldMasterMk cId="2912411149" sldId="2147483672"/>
              <pc:sldLayoutMk cId="1911936196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11575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5475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5866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589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07075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135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1355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821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890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1497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75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958D5F-E60B-4880-A45D-F7B44D3C5652}" type="datetimeFigureOut">
              <a:rPr lang="uk-UA" smtClean="0"/>
              <a:t>30.12.2025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15106-8C20-46EF-BD75-B5C9CCC5DA6B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1667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microsoft.com/office/2007/relationships/hdphoto" Target="../media/hdphoto3.wdp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кутник: округлені кути 3">
            <a:extLst>
              <a:ext uri="{FF2B5EF4-FFF2-40B4-BE49-F238E27FC236}">
                <a16:creationId xmlns:a16="http://schemas.microsoft.com/office/drawing/2014/main" id="{9BF794F6-8205-4755-1A54-B1CB7FF86DA0}"/>
              </a:ext>
            </a:extLst>
          </p:cNvPr>
          <p:cNvSpPr/>
          <p:nvPr/>
        </p:nvSpPr>
        <p:spPr>
          <a:xfrm>
            <a:off x="162000" y="189000"/>
            <a:ext cx="8820000" cy="6480000"/>
          </a:xfrm>
          <a:prstGeom prst="roundRect">
            <a:avLst>
              <a:gd name="adj" fmla="val 1531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E4C90-B68F-7778-8B9D-2DB369899C44}"/>
              </a:ext>
            </a:extLst>
          </p:cNvPr>
          <p:cNvSpPr txBox="1"/>
          <p:nvPr/>
        </p:nvSpPr>
        <p:spPr>
          <a:xfrm>
            <a:off x="1385159" y="2736503"/>
            <a:ext cx="63736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Урок 2. </a:t>
            </a:r>
            <a:r>
              <a:rPr lang="ru-RU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Положення</a:t>
            </a:r>
            <a:r>
              <a:rPr lang="ru-RU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ручки (</a:t>
            </a:r>
            <a:r>
              <a:rPr lang="ru-RU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олівця</a:t>
            </a:r>
            <a:r>
              <a:rPr lang="ru-RU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) в </a:t>
            </a:r>
            <a:r>
              <a:rPr lang="ru-RU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руці</a:t>
            </a:r>
            <a:r>
              <a:rPr lang="ru-RU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під</a:t>
            </a:r>
            <a:r>
              <a:rPr lang="ru-RU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час письма.</a:t>
            </a:r>
          </a:p>
          <a:p>
            <a:pPr algn="ctr"/>
            <a:r>
              <a:rPr lang="ru-RU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Розфарбовування</a:t>
            </a:r>
            <a:r>
              <a:rPr lang="ru-RU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малюнків</a:t>
            </a:r>
            <a:r>
              <a:rPr lang="ru-RU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.</a:t>
            </a:r>
            <a:endParaRPr lang="uk-UA" sz="280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026" name="Picture 2" descr="ЗОШИТ ДЛЯ ПИСЬМА І РОЗВИТКУ МОВЛЕННЯ 1 КЛАС ЧАСТИНА 1 НУШ ДО БУКВАРЯ  НАУМЧУК В. АСТОН - купити">
            <a:extLst>
              <a:ext uri="{FF2B5EF4-FFF2-40B4-BE49-F238E27FC236}">
                <a16:creationId xmlns:a16="http://schemas.microsoft.com/office/drawing/2014/main" id="{912F4A20-34F9-E9A5-1041-2D64AA2C6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36067">
            <a:off x="6958715" y="4583030"/>
            <a:ext cx="1436155" cy="18525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A59ED9-5A7B-97E0-4430-9FDF27860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200000">
            <a:off x="754829" y="4517366"/>
            <a:ext cx="1610113" cy="1610113"/>
          </a:xfrm>
          <a:prstGeom prst="rect">
            <a:avLst/>
          </a:prstGeom>
        </p:spPr>
      </p:pic>
      <p:pic>
        <p:nvPicPr>
          <p:cNvPr id="1030" name="Picture 6" descr="Clipart Writing Free Pictures PNG Transparent Background, Free Download  #34769 - FreeIconsPNG">
            <a:extLst>
              <a:ext uri="{FF2B5EF4-FFF2-40B4-BE49-F238E27FC236}">
                <a16:creationId xmlns:a16="http://schemas.microsoft.com/office/drawing/2014/main" id="{A19B54FE-8DEE-F9DD-702A-2917E559D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4297" b="97656" l="5469" r="96094">
                        <a14:foregroundMark x1="87500" y1="73047" x2="94141" y2="91406"/>
                        <a14:foregroundMark x1="88378" y1="92046" x2="83594" y2="92578"/>
                        <a14:foregroundMark x1="94141" y1="91406" x2="90191" y2="91845"/>
                        <a14:foregroundMark x1="83594" y1="92578" x2="75781" y2="89063"/>
                        <a14:foregroundMark x1="75781" y1="89063" x2="72656" y2="84766"/>
                        <a14:foregroundMark x1="92188" y1="88281" x2="96094" y2="97266"/>
                        <a14:foregroundMark x1="89759" y1="94426" x2="73438" y2="87109"/>
                        <a14:foregroundMark x1="30859" y1="15234" x2="15625" y2="2344"/>
                        <a14:foregroundMark x1="15625" y1="2344" x2="5469" y2="3516"/>
                        <a14:foregroundMark x1="5469" y1="3516" x2="6641" y2="12500"/>
                        <a14:foregroundMark x1="6641" y1="12500" x2="11328" y2="21484"/>
                        <a14:foregroundMark x1="11328" y1="21484" x2="20703" y2="30859"/>
                        <a14:foregroundMark x1="23438" y1="7031" x2="14844" y2="2734"/>
                        <a14:foregroundMark x1="14844" y1="2734" x2="6641" y2="4297"/>
                        <a14:foregroundMark x1="6641" y1="4297" x2="5859" y2="4688"/>
                        <a14:backgroundMark x1="96484" y1="98047" x2="91406" y2="972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21673" flipH="1">
            <a:off x="7184874" y="838765"/>
            <a:ext cx="1147936" cy="114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encil case - Free vector clipart images on creazilla.com">
            <a:extLst>
              <a:ext uri="{FF2B5EF4-FFF2-40B4-BE49-F238E27FC236}">
                <a16:creationId xmlns:a16="http://schemas.microsoft.com/office/drawing/2014/main" id="{64C80AC0-76C0-D3A2-A805-DDCAF16A6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173" y="917183"/>
            <a:ext cx="1879113" cy="99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B89CE8-E637-22DE-2D83-7479D0C282C2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19338396">
            <a:off x="3313283" y="4234857"/>
            <a:ext cx="2548895" cy="2548895"/>
          </a:xfrm>
          <a:prstGeom prst="rect">
            <a:avLst/>
          </a:prstGeom>
        </p:spPr>
      </p:pic>
      <p:pic>
        <p:nvPicPr>
          <p:cNvPr id="10" name="Picture 6" descr="Blue ruler icon 27535965 Vector Art at Vecteezy">
            <a:extLst>
              <a:ext uri="{FF2B5EF4-FFF2-40B4-BE49-F238E27FC236}">
                <a16:creationId xmlns:a16="http://schemas.microsoft.com/office/drawing/2014/main" id="{676E2F7E-4336-1906-73CF-F2D7BC95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2755">
                        <a14:foregroundMark x1="92755" y1="27551" x2="92755" y2="275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90" y="486071"/>
            <a:ext cx="1953362" cy="195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871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4">
            <a:extLst>
              <a:ext uri="{FF2B5EF4-FFF2-40B4-BE49-F238E27FC236}">
                <a16:creationId xmlns:a16="http://schemas.microsoft.com/office/drawing/2014/main" id="{FFCE4C90-B68F-7778-8B9D-2DB369899C44}"/>
              </a:ext>
            </a:extLst>
          </p:cNvPr>
          <p:cNvSpPr txBox="1"/>
          <p:nvPr/>
        </p:nvSpPr>
        <p:spPr>
          <a:xfrm>
            <a:off x="700580" y="332626"/>
            <a:ext cx="77428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Пригадай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,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що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означають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ці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позначення</a:t>
            </a:r>
            <a:endParaRPr lang="uk-UA" sz="240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grpSp>
        <p:nvGrpSpPr>
          <p:cNvPr id="2088" name="Групувати 2087">
            <a:extLst>
              <a:ext uri="{FF2B5EF4-FFF2-40B4-BE49-F238E27FC236}">
                <a16:creationId xmlns:a16="http://schemas.microsoft.com/office/drawing/2014/main" id="{2A82F07E-92DE-2AE7-9488-17370195149E}"/>
              </a:ext>
            </a:extLst>
          </p:cNvPr>
          <p:cNvGrpSpPr/>
          <p:nvPr/>
        </p:nvGrpSpPr>
        <p:grpSpPr>
          <a:xfrm>
            <a:off x="509239" y="1261189"/>
            <a:ext cx="1361337" cy="1617152"/>
            <a:chOff x="509239" y="1450381"/>
            <a:chExt cx="1361337" cy="1617152"/>
          </a:xfrm>
        </p:grpSpPr>
        <p:grpSp>
          <p:nvGrpSpPr>
            <p:cNvPr id="45" name="object 33">
              <a:extLst>
                <a:ext uri="{FF2B5EF4-FFF2-40B4-BE49-F238E27FC236}">
                  <a16:creationId xmlns:a16="http://schemas.microsoft.com/office/drawing/2014/main" id="{AEAC7B61-A796-CE7F-DAFC-9F236648C860}"/>
                </a:ext>
              </a:extLst>
            </p:cNvPr>
            <p:cNvGrpSpPr/>
            <p:nvPr/>
          </p:nvGrpSpPr>
          <p:grpSpPr>
            <a:xfrm>
              <a:off x="683546" y="1450381"/>
              <a:ext cx="982655" cy="925119"/>
              <a:chOff x="1546044" y="1365641"/>
              <a:chExt cx="412115" cy="387985"/>
            </a:xfrm>
          </p:grpSpPr>
          <p:sp>
            <p:nvSpPr>
              <p:cNvPr id="46" name="object 34">
                <a:extLst>
                  <a:ext uri="{FF2B5EF4-FFF2-40B4-BE49-F238E27FC236}">
                    <a16:creationId xmlns:a16="http://schemas.microsoft.com/office/drawing/2014/main" id="{6ACD4928-47C0-905C-B5BD-1587E6A481E2}"/>
                  </a:ext>
                </a:extLst>
              </p:cNvPr>
              <p:cNvSpPr/>
              <p:nvPr/>
            </p:nvSpPr>
            <p:spPr>
              <a:xfrm>
                <a:off x="1611141" y="1371317"/>
                <a:ext cx="281940" cy="281940"/>
              </a:xfrm>
              <a:custGeom>
                <a:avLst/>
                <a:gdLst/>
                <a:ahLst/>
                <a:cxnLst/>
                <a:rect l="l" t="t" r="r" b="b"/>
                <a:pathLst>
                  <a:path w="281939" h="281939">
                    <a:moveTo>
                      <a:pt x="140926" y="0"/>
                    </a:moveTo>
                    <a:lnTo>
                      <a:pt x="185468" y="7184"/>
                    </a:lnTo>
                    <a:lnTo>
                      <a:pt x="224153" y="27190"/>
                    </a:lnTo>
                    <a:lnTo>
                      <a:pt x="254659" y="57695"/>
                    </a:lnTo>
                    <a:lnTo>
                      <a:pt x="274664" y="96380"/>
                    </a:lnTo>
                    <a:lnTo>
                      <a:pt x="281849" y="140923"/>
                    </a:lnTo>
                    <a:lnTo>
                      <a:pt x="274664" y="185467"/>
                    </a:lnTo>
                    <a:lnTo>
                      <a:pt x="254659" y="224152"/>
                    </a:lnTo>
                    <a:lnTo>
                      <a:pt x="224153" y="254659"/>
                    </a:lnTo>
                    <a:lnTo>
                      <a:pt x="185468" y="274665"/>
                    </a:lnTo>
                    <a:lnTo>
                      <a:pt x="140926" y="281849"/>
                    </a:lnTo>
                    <a:lnTo>
                      <a:pt x="96382" y="274665"/>
                    </a:lnTo>
                    <a:lnTo>
                      <a:pt x="57696" y="254659"/>
                    </a:lnTo>
                    <a:lnTo>
                      <a:pt x="27190" y="224152"/>
                    </a:lnTo>
                    <a:lnTo>
                      <a:pt x="7184" y="185467"/>
                    </a:lnTo>
                    <a:lnTo>
                      <a:pt x="0" y="140923"/>
                    </a:lnTo>
                    <a:lnTo>
                      <a:pt x="7184" y="96380"/>
                    </a:lnTo>
                    <a:lnTo>
                      <a:pt x="27190" y="57695"/>
                    </a:lnTo>
                    <a:lnTo>
                      <a:pt x="57696" y="27190"/>
                    </a:lnTo>
                    <a:lnTo>
                      <a:pt x="96382" y="7184"/>
                    </a:lnTo>
                    <a:lnTo>
                      <a:pt x="140926" y="0"/>
                    </a:lnTo>
                    <a:close/>
                  </a:path>
                </a:pathLst>
              </a:custGeom>
              <a:ln w="11352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7" name="object 35">
                <a:extLst>
                  <a:ext uri="{FF2B5EF4-FFF2-40B4-BE49-F238E27FC236}">
                    <a16:creationId xmlns:a16="http://schemas.microsoft.com/office/drawing/2014/main" id="{0F0917F5-DAAA-1E22-34AA-1D562C226942}"/>
                  </a:ext>
                </a:extLst>
              </p:cNvPr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546044" y="1665585"/>
                <a:ext cx="412018" cy="87485"/>
              </a:xfrm>
              <a:prstGeom prst="rect">
                <a:avLst/>
              </a:prstGeom>
            </p:spPr>
          </p:pic>
          <p:sp>
            <p:nvSpPr>
              <p:cNvPr id="48" name="object 36">
                <a:extLst>
                  <a:ext uri="{FF2B5EF4-FFF2-40B4-BE49-F238E27FC236}">
                    <a16:creationId xmlns:a16="http://schemas.microsoft.com/office/drawing/2014/main" id="{948D4027-04E5-7AEA-F40A-0AB6576E1C81}"/>
                  </a:ext>
                </a:extLst>
              </p:cNvPr>
              <p:cNvSpPr/>
              <p:nvPr/>
            </p:nvSpPr>
            <p:spPr>
              <a:xfrm>
                <a:off x="1608942" y="1371317"/>
                <a:ext cx="281940" cy="281940"/>
              </a:xfrm>
              <a:custGeom>
                <a:avLst/>
                <a:gdLst/>
                <a:ahLst/>
                <a:cxnLst/>
                <a:rect l="l" t="t" r="r" b="b"/>
                <a:pathLst>
                  <a:path w="281939" h="281939">
                    <a:moveTo>
                      <a:pt x="140926" y="0"/>
                    </a:moveTo>
                    <a:lnTo>
                      <a:pt x="96382" y="7184"/>
                    </a:lnTo>
                    <a:lnTo>
                      <a:pt x="57696" y="27190"/>
                    </a:lnTo>
                    <a:lnTo>
                      <a:pt x="27190" y="57695"/>
                    </a:lnTo>
                    <a:lnTo>
                      <a:pt x="7184" y="96380"/>
                    </a:lnTo>
                    <a:lnTo>
                      <a:pt x="0" y="140923"/>
                    </a:lnTo>
                    <a:lnTo>
                      <a:pt x="7184" y="185467"/>
                    </a:lnTo>
                    <a:lnTo>
                      <a:pt x="27190" y="224152"/>
                    </a:lnTo>
                    <a:lnTo>
                      <a:pt x="57696" y="254659"/>
                    </a:lnTo>
                    <a:lnTo>
                      <a:pt x="96382" y="274665"/>
                    </a:lnTo>
                    <a:lnTo>
                      <a:pt x="140926" y="281849"/>
                    </a:lnTo>
                    <a:lnTo>
                      <a:pt x="185470" y="274665"/>
                    </a:lnTo>
                    <a:lnTo>
                      <a:pt x="224156" y="254659"/>
                    </a:lnTo>
                    <a:lnTo>
                      <a:pt x="254662" y="224152"/>
                    </a:lnTo>
                    <a:lnTo>
                      <a:pt x="274668" y="185467"/>
                    </a:lnTo>
                    <a:lnTo>
                      <a:pt x="281852" y="140923"/>
                    </a:lnTo>
                    <a:lnTo>
                      <a:pt x="274668" y="96380"/>
                    </a:lnTo>
                    <a:lnTo>
                      <a:pt x="254662" y="57695"/>
                    </a:lnTo>
                    <a:lnTo>
                      <a:pt x="224156" y="27190"/>
                    </a:lnTo>
                    <a:lnTo>
                      <a:pt x="185470" y="7184"/>
                    </a:lnTo>
                    <a:lnTo>
                      <a:pt x="140926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9" name="object 37">
                <a:extLst>
                  <a:ext uri="{FF2B5EF4-FFF2-40B4-BE49-F238E27FC236}">
                    <a16:creationId xmlns:a16="http://schemas.microsoft.com/office/drawing/2014/main" id="{83C85D0C-307B-F089-F5CE-3DB83AE9AE5F}"/>
                  </a:ext>
                </a:extLst>
              </p:cNvPr>
              <p:cNvSpPr/>
              <p:nvPr/>
            </p:nvSpPr>
            <p:spPr>
              <a:xfrm>
                <a:off x="1625057" y="1400680"/>
                <a:ext cx="266700" cy="24574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45744">
                    <a:moveTo>
                      <a:pt x="133341" y="0"/>
                    </a:moveTo>
                    <a:lnTo>
                      <a:pt x="81438" y="9640"/>
                    </a:lnTo>
                    <a:lnTo>
                      <a:pt x="39054" y="35930"/>
                    </a:lnTo>
                    <a:lnTo>
                      <a:pt x="10478" y="74923"/>
                    </a:lnTo>
                    <a:lnTo>
                      <a:pt x="0" y="122674"/>
                    </a:lnTo>
                    <a:lnTo>
                      <a:pt x="10478" y="170424"/>
                    </a:lnTo>
                    <a:lnTo>
                      <a:pt x="39054" y="209417"/>
                    </a:lnTo>
                    <a:lnTo>
                      <a:pt x="81438" y="235707"/>
                    </a:lnTo>
                    <a:lnTo>
                      <a:pt x="133341" y="245347"/>
                    </a:lnTo>
                    <a:lnTo>
                      <a:pt x="185242" y="235707"/>
                    </a:lnTo>
                    <a:lnTo>
                      <a:pt x="227626" y="209417"/>
                    </a:lnTo>
                    <a:lnTo>
                      <a:pt x="256202" y="170424"/>
                    </a:lnTo>
                    <a:lnTo>
                      <a:pt x="266680" y="122674"/>
                    </a:lnTo>
                    <a:lnTo>
                      <a:pt x="256202" y="74923"/>
                    </a:lnTo>
                    <a:lnTo>
                      <a:pt x="227626" y="35930"/>
                    </a:lnTo>
                    <a:lnTo>
                      <a:pt x="185242" y="9640"/>
                    </a:lnTo>
                    <a:lnTo>
                      <a:pt x="133341" y="0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0" name="object 38">
                <a:extLst>
                  <a:ext uri="{FF2B5EF4-FFF2-40B4-BE49-F238E27FC236}">
                    <a16:creationId xmlns:a16="http://schemas.microsoft.com/office/drawing/2014/main" id="{C46AAA5C-54D3-D1A7-E184-855C26AFC4F8}"/>
                  </a:ext>
                </a:extLst>
              </p:cNvPr>
              <p:cNvSpPr/>
              <p:nvPr/>
            </p:nvSpPr>
            <p:spPr>
              <a:xfrm>
                <a:off x="1664385" y="1437521"/>
                <a:ext cx="170815" cy="96520"/>
              </a:xfrm>
              <a:custGeom>
                <a:avLst/>
                <a:gdLst/>
                <a:ahLst/>
                <a:cxnLst/>
                <a:rect l="l" t="t" r="r" b="b"/>
                <a:pathLst>
                  <a:path w="170814" h="96519">
                    <a:moveTo>
                      <a:pt x="57632" y="71120"/>
                    </a:moveTo>
                    <a:lnTo>
                      <a:pt x="50304" y="63792"/>
                    </a:lnTo>
                    <a:lnTo>
                      <a:pt x="41275" y="63792"/>
                    </a:lnTo>
                    <a:lnTo>
                      <a:pt x="32232" y="63792"/>
                    </a:lnTo>
                    <a:lnTo>
                      <a:pt x="24917" y="71120"/>
                    </a:lnTo>
                    <a:lnTo>
                      <a:pt x="24917" y="89179"/>
                    </a:lnTo>
                    <a:lnTo>
                      <a:pt x="32232" y="96507"/>
                    </a:lnTo>
                    <a:lnTo>
                      <a:pt x="50304" y="96507"/>
                    </a:lnTo>
                    <a:lnTo>
                      <a:pt x="57632" y="89179"/>
                    </a:lnTo>
                    <a:lnTo>
                      <a:pt x="57632" y="71120"/>
                    </a:lnTo>
                    <a:close/>
                  </a:path>
                  <a:path w="170814" h="96519">
                    <a:moveTo>
                      <a:pt x="63144" y="9982"/>
                    </a:moveTo>
                    <a:lnTo>
                      <a:pt x="58826" y="4419"/>
                    </a:lnTo>
                    <a:lnTo>
                      <a:pt x="50634" y="889"/>
                    </a:lnTo>
                    <a:lnTo>
                      <a:pt x="39649" y="0"/>
                    </a:lnTo>
                    <a:lnTo>
                      <a:pt x="26962" y="2349"/>
                    </a:lnTo>
                    <a:lnTo>
                      <a:pt x="14947" y="7467"/>
                    </a:lnTo>
                    <a:lnTo>
                      <a:pt x="5880" y="13970"/>
                    </a:lnTo>
                    <a:lnTo>
                      <a:pt x="609" y="21018"/>
                    </a:lnTo>
                    <a:lnTo>
                      <a:pt x="0" y="27813"/>
                    </a:lnTo>
                    <a:lnTo>
                      <a:pt x="10134" y="19608"/>
                    </a:lnTo>
                    <a:lnTo>
                      <a:pt x="27127" y="12242"/>
                    </a:lnTo>
                    <a:lnTo>
                      <a:pt x="46342" y="8204"/>
                    </a:lnTo>
                    <a:lnTo>
                      <a:pt x="63144" y="9982"/>
                    </a:lnTo>
                    <a:close/>
                  </a:path>
                  <a:path w="170814" h="96519">
                    <a:moveTo>
                      <a:pt x="149479" y="71120"/>
                    </a:moveTo>
                    <a:lnTo>
                      <a:pt x="142151" y="63792"/>
                    </a:lnTo>
                    <a:lnTo>
                      <a:pt x="133121" y="63792"/>
                    </a:lnTo>
                    <a:lnTo>
                      <a:pt x="124079" y="63792"/>
                    </a:lnTo>
                    <a:lnTo>
                      <a:pt x="116763" y="71120"/>
                    </a:lnTo>
                    <a:lnTo>
                      <a:pt x="116763" y="89179"/>
                    </a:lnTo>
                    <a:lnTo>
                      <a:pt x="124079" y="96507"/>
                    </a:lnTo>
                    <a:lnTo>
                      <a:pt x="142151" y="96507"/>
                    </a:lnTo>
                    <a:lnTo>
                      <a:pt x="149479" y="89179"/>
                    </a:lnTo>
                    <a:lnTo>
                      <a:pt x="149479" y="71120"/>
                    </a:lnTo>
                    <a:close/>
                  </a:path>
                  <a:path w="170814" h="96519">
                    <a:moveTo>
                      <a:pt x="170535" y="27813"/>
                    </a:moveTo>
                    <a:lnTo>
                      <a:pt x="130886" y="0"/>
                    </a:lnTo>
                    <a:lnTo>
                      <a:pt x="119900" y="889"/>
                    </a:lnTo>
                    <a:lnTo>
                      <a:pt x="111709" y="4419"/>
                    </a:lnTo>
                    <a:lnTo>
                      <a:pt x="107391" y="9982"/>
                    </a:lnTo>
                    <a:lnTo>
                      <a:pt x="124193" y="8204"/>
                    </a:lnTo>
                    <a:lnTo>
                      <a:pt x="143408" y="12242"/>
                    </a:lnTo>
                    <a:lnTo>
                      <a:pt x="160401" y="19608"/>
                    </a:lnTo>
                    <a:lnTo>
                      <a:pt x="170535" y="27813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1" name="object 39">
                <a:extLst>
                  <a:ext uri="{FF2B5EF4-FFF2-40B4-BE49-F238E27FC236}">
                    <a16:creationId xmlns:a16="http://schemas.microsoft.com/office/drawing/2014/main" id="{75602102-F346-A70E-EC88-B348F9E794EC}"/>
                  </a:ext>
                </a:extLst>
              </p:cNvPr>
              <p:cNvSpPr/>
              <p:nvPr/>
            </p:nvSpPr>
            <p:spPr>
              <a:xfrm>
                <a:off x="1706566" y="1583024"/>
                <a:ext cx="9017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90169" h="17780">
                    <a:moveTo>
                      <a:pt x="0" y="0"/>
                    </a:moveTo>
                    <a:lnTo>
                      <a:pt x="22192" y="13584"/>
                    </a:lnTo>
                    <a:lnTo>
                      <a:pt x="46165" y="17442"/>
                    </a:lnTo>
                    <a:lnTo>
                      <a:pt x="69582" y="12579"/>
                    </a:lnTo>
                    <a:lnTo>
                      <a:pt x="90102" y="0"/>
                    </a:lnTo>
                  </a:path>
                </a:pathLst>
              </a:custGeom>
              <a:ln w="7128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40">
                <a:extLst>
                  <a:ext uri="{FF2B5EF4-FFF2-40B4-BE49-F238E27FC236}">
                    <a16:creationId xmlns:a16="http://schemas.microsoft.com/office/drawing/2014/main" id="{CCF27A56-B322-D101-E087-67094AFD5E3D}"/>
                  </a:ext>
                </a:extLst>
              </p:cNvPr>
              <p:cNvSpPr/>
              <p:nvPr/>
            </p:nvSpPr>
            <p:spPr>
              <a:xfrm>
                <a:off x="1639278" y="1537585"/>
                <a:ext cx="224154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224155" h="50165">
                    <a:moveTo>
                      <a:pt x="49771" y="24892"/>
                    </a:moveTo>
                    <a:lnTo>
                      <a:pt x="47815" y="15201"/>
                    </a:lnTo>
                    <a:lnTo>
                      <a:pt x="42481" y="7289"/>
                    </a:lnTo>
                    <a:lnTo>
                      <a:pt x="34569" y="1955"/>
                    </a:lnTo>
                    <a:lnTo>
                      <a:pt x="24879" y="0"/>
                    </a:lnTo>
                    <a:lnTo>
                      <a:pt x="15201" y="1955"/>
                    </a:lnTo>
                    <a:lnTo>
                      <a:pt x="7289" y="7289"/>
                    </a:lnTo>
                    <a:lnTo>
                      <a:pt x="1955" y="15201"/>
                    </a:lnTo>
                    <a:lnTo>
                      <a:pt x="0" y="24892"/>
                    </a:lnTo>
                    <a:lnTo>
                      <a:pt x="1955" y="34582"/>
                    </a:lnTo>
                    <a:lnTo>
                      <a:pt x="7289" y="42494"/>
                    </a:lnTo>
                    <a:lnTo>
                      <a:pt x="15201" y="47828"/>
                    </a:lnTo>
                    <a:lnTo>
                      <a:pt x="24879" y="49784"/>
                    </a:lnTo>
                    <a:lnTo>
                      <a:pt x="34569" y="47828"/>
                    </a:lnTo>
                    <a:lnTo>
                      <a:pt x="42481" y="42494"/>
                    </a:lnTo>
                    <a:lnTo>
                      <a:pt x="47815" y="34582"/>
                    </a:lnTo>
                    <a:lnTo>
                      <a:pt x="49771" y="24892"/>
                    </a:lnTo>
                    <a:close/>
                  </a:path>
                  <a:path w="224155" h="50165">
                    <a:moveTo>
                      <a:pt x="224002" y="24892"/>
                    </a:moveTo>
                    <a:lnTo>
                      <a:pt x="222046" y="15201"/>
                    </a:lnTo>
                    <a:lnTo>
                      <a:pt x="216712" y="7289"/>
                    </a:lnTo>
                    <a:lnTo>
                      <a:pt x="208800" y="1955"/>
                    </a:lnTo>
                    <a:lnTo>
                      <a:pt x="199123" y="0"/>
                    </a:lnTo>
                    <a:lnTo>
                      <a:pt x="189433" y="1955"/>
                    </a:lnTo>
                    <a:lnTo>
                      <a:pt x="181521" y="7289"/>
                    </a:lnTo>
                    <a:lnTo>
                      <a:pt x="176187" y="15201"/>
                    </a:lnTo>
                    <a:lnTo>
                      <a:pt x="174231" y="24892"/>
                    </a:lnTo>
                    <a:lnTo>
                      <a:pt x="176187" y="34582"/>
                    </a:lnTo>
                    <a:lnTo>
                      <a:pt x="181521" y="42494"/>
                    </a:lnTo>
                    <a:lnTo>
                      <a:pt x="189433" y="47828"/>
                    </a:lnTo>
                    <a:lnTo>
                      <a:pt x="199123" y="49784"/>
                    </a:lnTo>
                    <a:lnTo>
                      <a:pt x="208800" y="47828"/>
                    </a:lnTo>
                    <a:lnTo>
                      <a:pt x="216712" y="42494"/>
                    </a:lnTo>
                    <a:lnTo>
                      <a:pt x="222046" y="34582"/>
                    </a:lnTo>
                    <a:lnTo>
                      <a:pt x="224002" y="24892"/>
                    </a:lnTo>
                    <a:close/>
                  </a:path>
                </a:pathLst>
              </a:custGeom>
              <a:solidFill>
                <a:srgbClr val="F5821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41">
                <a:extLst>
                  <a:ext uri="{FF2B5EF4-FFF2-40B4-BE49-F238E27FC236}">
                    <a16:creationId xmlns:a16="http://schemas.microsoft.com/office/drawing/2014/main" id="{59AC5FAC-C8BC-232D-7CA7-6EFE6C463569}"/>
                  </a:ext>
                </a:extLst>
              </p:cNvPr>
              <p:cNvSpPr/>
              <p:nvPr/>
            </p:nvSpPr>
            <p:spPr>
              <a:xfrm>
                <a:off x="1611141" y="1371317"/>
                <a:ext cx="281940" cy="281940"/>
              </a:xfrm>
              <a:custGeom>
                <a:avLst/>
                <a:gdLst/>
                <a:ahLst/>
                <a:cxnLst/>
                <a:rect l="l" t="t" r="r" b="b"/>
                <a:pathLst>
                  <a:path w="281939" h="281939">
                    <a:moveTo>
                      <a:pt x="140926" y="0"/>
                    </a:moveTo>
                    <a:lnTo>
                      <a:pt x="185468" y="7184"/>
                    </a:lnTo>
                    <a:lnTo>
                      <a:pt x="224153" y="27190"/>
                    </a:lnTo>
                    <a:lnTo>
                      <a:pt x="254659" y="57695"/>
                    </a:lnTo>
                    <a:lnTo>
                      <a:pt x="274664" y="96380"/>
                    </a:lnTo>
                    <a:lnTo>
                      <a:pt x="281849" y="140923"/>
                    </a:lnTo>
                    <a:lnTo>
                      <a:pt x="274664" y="185467"/>
                    </a:lnTo>
                    <a:lnTo>
                      <a:pt x="254659" y="224152"/>
                    </a:lnTo>
                    <a:lnTo>
                      <a:pt x="224153" y="254659"/>
                    </a:lnTo>
                    <a:lnTo>
                      <a:pt x="185468" y="274665"/>
                    </a:lnTo>
                    <a:lnTo>
                      <a:pt x="140926" y="281849"/>
                    </a:lnTo>
                    <a:lnTo>
                      <a:pt x="96382" y="274665"/>
                    </a:lnTo>
                    <a:lnTo>
                      <a:pt x="57696" y="254659"/>
                    </a:lnTo>
                    <a:lnTo>
                      <a:pt x="27190" y="224152"/>
                    </a:lnTo>
                    <a:lnTo>
                      <a:pt x="7184" y="185467"/>
                    </a:lnTo>
                    <a:lnTo>
                      <a:pt x="0" y="140923"/>
                    </a:lnTo>
                    <a:lnTo>
                      <a:pt x="7184" y="96380"/>
                    </a:lnTo>
                    <a:lnTo>
                      <a:pt x="27190" y="57695"/>
                    </a:lnTo>
                    <a:lnTo>
                      <a:pt x="57696" y="27190"/>
                    </a:lnTo>
                    <a:lnTo>
                      <a:pt x="96382" y="7184"/>
                    </a:lnTo>
                    <a:lnTo>
                      <a:pt x="140926" y="0"/>
                    </a:lnTo>
                    <a:close/>
                  </a:path>
                </a:pathLst>
              </a:custGeom>
              <a:ln w="11352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42">
                <a:extLst>
                  <a:ext uri="{FF2B5EF4-FFF2-40B4-BE49-F238E27FC236}">
                    <a16:creationId xmlns:a16="http://schemas.microsoft.com/office/drawing/2014/main" id="{589E34B3-8D73-F699-3E92-D68C01CD275D}"/>
                  </a:ext>
                </a:extLst>
              </p:cNvPr>
              <p:cNvSpPr/>
              <p:nvPr/>
            </p:nvSpPr>
            <p:spPr>
              <a:xfrm>
                <a:off x="1843057" y="1601580"/>
                <a:ext cx="72390" cy="78105"/>
              </a:xfrm>
              <a:custGeom>
                <a:avLst/>
                <a:gdLst/>
                <a:ahLst/>
                <a:cxnLst/>
                <a:rect l="l" t="t" r="r" b="b"/>
                <a:pathLst>
                  <a:path w="72389" h="78105">
                    <a:moveTo>
                      <a:pt x="21180" y="3309"/>
                    </a:moveTo>
                    <a:lnTo>
                      <a:pt x="28132" y="1231"/>
                    </a:lnTo>
                    <a:lnTo>
                      <a:pt x="41626" y="0"/>
                    </a:lnTo>
                    <a:lnTo>
                      <a:pt x="54112" y="3902"/>
                    </a:lnTo>
                    <a:lnTo>
                      <a:pt x="64224" y="12201"/>
                    </a:lnTo>
                    <a:lnTo>
                      <a:pt x="70594" y="24161"/>
                    </a:lnTo>
                    <a:lnTo>
                      <a:pt x="71826" y="37655"/>
                    </a:lnTo>
                    <a:lnTo>
                      <a:pt x="67924" y="50141"/>
                    </a:lnTo>
                    <a:lnTo>
                      <a:pt x="59625" y="60252"/>
                    </a:lnTo>
                    <a:lnTo>
                      <a:pt x="47666" y="66623"/>
                    </a:lnTo>
                    <a:lnTo>
                      <a:pt x="41247" y="68541"/>
                    </a:lnTo>
                    <a:lnTo>
                      <a:pt x="34706" y="68477"/>
                    </a:lnTo>
                    <a:lnTo>
                      <a:pt x="28700" y="66791"/>
                    </a:lnTo>
                    <a:lnTo>
                      <a:pt x="24493" y="73830"/>
                    </a:lnTo>
                    <a:lnTo>
                      <a:pt x="19063" y="77934"/>
                    </a:lnTo>
                    <a:lnTo>
                      <a:pt x="13674" y="77250"/>
                    </a:lnTo>
                    <a:lnTo>
                      <a:pt x="7100" y="73619"/>
                    </a:lnTo>
                    <a:lnTo>
                      <a:pt x="2398" y="65400"/>
                    </a:lnTo>
                    <a:lnTo>
                      <a:pt x="0" y="53792"/>
                    </a:lnTo>
                    <a:lnTo>
                      <a:pt x="332" y="39993"/>
                    </a:lnTo>
                    <a:lnTo>
                      <a:pt x="15384" y="7405"/>
                    </a:lnTo>
                    <a:lnTo>
                      <a:pt x="21180" y="3309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5" name="object 43">
                <a:extLst>
                  <a:ext uri="{FF2B5EF4-FFF2-40B4-BE49-F238E27FC236}">
                    <a16:creationId xmlns:a16="http://schemas.microsoft.com/office/drawing/2014/main" id="{0050A9AE-B879-2909-E1CB-A3F48C6FADD9}"/>
                  </a:ext>
                </a:extLst>
              </p:cNvPr>
              <p:cNvSpPr/>
              <p:nvPr/>
            </p:nvSpPr>
            <p:spPr>
              <a:xfrm>
                <a:off x="1843057" y="1601580"/>
                <a:ext cx="72390" cy="78105"/>
              </a:xfrm>
              <a:custGeom>
                <a:avLst/>
                <a:gdLst/>
                <a:ahLst/>
                <a:cxnLst/>
                <a:rect l="l" t="t" r="r" b="b"/>
                <a:pathLst>
                  <a:path w="72389" h="78105">
                    <a:moveTo>
                      <a:pt x="28132" y="1231"/>
                    </a:moveTo>
                    <a:lnTo>
                      <a:pt x="1916" y="31655"/>
                    </a:lnTo>
                    <a:lnTo>
                      <a:pt x="0" y="53792"/>
                    </a:lnTo>
                    <a:lnTo>
                      <a:pt x="2398" y="65400"/>
                    </a:lnTo>
                    <a:lnTo>
                      <a:pt x="7100" y="73619"/>
                    </a:lnTo>
                    <a:lnTo>
                      <a:pt x="13674" y="77250"/>
                    </a:lnTo>
                    <a:lnTo>
                      <a:pt x="19063" y="77934"/>
                    </a:lnTo>
                    <a:lnTo>
                      <a:pt x="24493" y="73830"/>
                    </a:lnTo>
                    <a:lnTo>
                      <a:pt x="28700" y="66791"/>
                    </a:lnTo>
                    <a:lnTo>
                      <a:pt x="34706" y="68477"/>
                    </a:lnTo>
                    <a:lnTo>
                      <a:pt x="71826" y="37655"/>
                    </a:lnTo>
                    <a:lnTo>
                      <a:pt x="70594" y="24161"/>
                    </a:lnTo>
                    <a:lnTo>
                      <a:pt x="64224" y="12201"/>
                    </a:lnTo>
                    <a:lnTo>
                      <a:pt x="54112" y="3902"/>
                    </a:lnTo>
                    <a:lnTo>
                      <a:pt x="41626" y="0"/>
                    </a:lnTo>
                    <a:lnTo>
                      <a:pt x="28132" y="1231"/>
                    </a:lnTo>
                    <a:close/>
                  </a:path>
                </a:pathLst>
              </a:custGeom>
              <a:ln w="8783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56" name="object 44">
                <a:extLst>
                  <a:ext uri="{FF2B5EF4-FFF2-40B4-BE49-F238E27FC236}">
                    <a16:creationId xmlns:a16="http://schemas.microsoft.com/office/drawing/2014/main" id="{44968C96-7F8B-CD04-06A2-2029A2132DAC}"/>
                  </a:ext>
                </a:extLst>
              </p:cNvPr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575110" y="1539923"/>
                <a:ext cx="150934" cy="169403"/>
              </a:xfrm>
              <a:prstGeom prst="rect">
                <a:avLst/>
              </a:prstGeom>
            </p:spPr>
          </p:pic>
          <p:sp>
            <p:nvSpPr>
              <p:cNvPr id="57" name="object 45">
                <a:extLst>
                  <a:ext uri="{FF2B5EF4-FFF2-40B4-BE49-F238E27FC236}">
                    <a16:creationId xmlns:a16="http://schemas.microsoft.com/office/drawing/2014/main" id="{E6B2AF20-5AED-9E14-D4AC-5D5A8237B148}"/>
                  </a:ext>
                </a:extLst>
              </p:cNvPr>
              <p:cNvSpPr/>
              <p:nvPr/>
            </p:nvSpPr>
            <p:spPr>
              <a:xfrm>
                <a:off x="1866450" y="1634588"/>
                <a:ext cx="27305" cy="33655"/>
              </a:xfrm>
              <a:custGeom>
                <a:avLst/>
                <a:gdLst/>
                <a:ahLst/>
                <a:cxnLst/>
                <a:rect l="l" t="t" r="r" b="b"/>
                <a:pathLst>
                  <a:path w="27305" h="33655">
                    <a:moveTo>
                      <a:pt x="3208" y="1936"/>
                    </a:moveTo>
                    <a:lnTo>
                      <a:pt x="398" y="9069"/>
                    </a:lnTo>
                    <a:lnTo>
                      <a:pt x="0" y="17847"/>
                    </a:lnTo>
                    <a:lnTo>
                      <a:pt x="1775" y="26578"/>
                    </a:lnTo>
                    <a:lnTo>
                      <a:pt x="5488" y="33569"/>
                    </a:lnTo>
                  </a:path>
                  <a:path w="27305" h="33655">
                    <a:moveTo>
                      <a:pt x="24834" y="0"/>
                    </a:moveTo>
                    <a:lnTo>
                      <a:pt x="22023" y="7132"/>
                    </a:lnTo>
                    <a:lnTo>
                      <a:pt x="21625" y="15911"/>
                    </a:lnTo>
                    <a:lnTo>
                      <a:pt x="23400" y="24643"/>
                    </a:lnTo>
                    <a:lnTo>
                      <a:pt x="27112" y="31635"/>
                    </a:lnTo>
                  </a:path>
                </a:pathLst>
              </a:custGeom>
              <a:ln w="12599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80" name="TextBox 4">
              <a:extLst>
                <a:ext uri="{FF2B5EF4-FFF2-40B4-BE49-F238E27FC236}">
                  <a16:creationId xmlns:a16="http://schemas.microsoft.com/office/drawing/2014/main" id="{D0E39F7F-9E08-EBC8-AD4F-6AC61AAAF540}"/>
                </a:ext>
              </a:extLst>
            </p:cNvPr>
            <p:cNvSpPr txBox="1"/>
            <p:nvPr/>
          </p:nvSpPr>
          <p:spPr>
            <a:xfrm>
              <a:off x="509239" y="2605868"/>
              <a:ext cx="13613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2400" dirty="0">
                  <a:latin typeface="Arial" panose="020B0604020202020204" pitchFamily="34" charset="0"/>
                  <a:cs typeface="Arial" panose="020B0604020202020204" pitchFamily="34" charset="0"/>
                </a:rPr>
                <a:t>напиши</a:t>
              </a:r>
              <a:endParaRPr lang="uk-UA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89" name="Групувати 2088">
            <a:extLst>
              <a:ext uri="{FF2B5EF4-FFF2-40B4-BE49-F238E27FC236}">
                <a16:creationId xmlns:a16="http://schemas.microsoft.com/office/drawing/2014/main" id="{1F28FFBA-23D9-292D-2F19-3E0BB35D166B}"/>
              </a:ext>
            </a:extLst>
          </p:cNvPr>
          <p:cNvGrpSpPr/>
          <p:nvPr/>
        </p:nvGrpSpPr>
        <p:grpSpPr>
          <a:xfrm>
            <a:off x="2473378" y="1277956"/>
            <a:ext cx="1785261" cy="1592853"/>
            <a:chOff x="2473378" y="1467148"/>
            <a:chExt cx="1785261" cy="1592853"/>
          </a:xfrm>
        </p:grpSpPr>
        <p:pic>
          <p:nvPicPr>
            <p:cNvPr id="2079" name="object 82">
              <a:extLst>
                <a:ext uri="{FF2B5EF4-FFF2-40B4-BE49-F238E27FC236}">
                  <a16:creationId xmlns:a16="http://schemas.microsoft.com/office/drawing/2014/main" id="{91BA7E62-8078-5568-EB92-91CADCE1E6F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28972" y="1467148"/>
              <a:ext cx="874074" cy="973340"/>
            </a:xfrm>
            <a:prstGeom prst="rect">
              <a:avLst/>
            </a:prstGeom>
          </p:spPr>
        </p:pic>
        <p:sp>
          <p:nvSpPr>
            <p:cNvPr id="2081" name="TextBox 4">
              <a:extLst>
                <a:ext uri="{FF2B5EF4-FFF2-40B4-BE49-F238E27FC236}">
                  <a16:creationId xmlns:a16="http://schemas.microsoft.com/office/drawing/2014/main" id="{334BF16C-0646-5F4E-64F7-1BEE05265597}"/>
                </a:ext>
              </a:extLst>
            </p:cNvPr>
            <p:cNvSpPr txBox="1"/>
            <p:nvPr/>
          </p:nvSpPr>
          <p:spPr>
            <a:xfrm>
              <a:off x="2473378" y="2598336"/>
              <a:ext cx="17852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розфарбуй</a:t>
              </a:r>
              <a:endParaRPr lang="uk-UA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90" name="Групувати 2089">
            <a:extLst>
              <a:ext uri="{FF2B5EF4-FFF2-40B4-BE49-F238E27FC236}">
                <a16:creationId xmlns:a16="http://schemas.microsoft.com/office/drawing/2014/main" id="{2C5531E3-349F-FF4E-4E12-4AC124409663}"/>
              </a:ext>
            </a:extLst>
          </p:cNvPr>
          <p:cNvGrpSpPr/>
          <p:nvPr/>
        </p:nvGrpSpPr>
        <p:grpSpPr>
          <a:xfrm>
            <a:off x="4790430" y="1276049"/>
            <a:ext cx="1361337" cy="1602292"/>
            <a:chOff x="4790430" y="1465241"/>
            <a:chExt cx="1361337" cy="1602292"/>
          </a:xfrm>
        </p:grpSpPr>
        <p:grpSp>
          <p:nvGrpSpPr>
            <p:cNvPr id="58" name="object 46">
              <a:extLst>
                <a:ext uri="{FF2B5EF4-FFF2-40B4-BE49-F238E27FC236}">
                  <a16:creationId xmlns:a16="http://schemas.microsoft.com/office/drawing/2014/main" id="{D279C156-D006-9034-D86D-B0156715DC43}"/>
                </a:ext>
              </a:extLst>
            </p:cNvPr>
            <p:cNvGrpSpPr/>
            <p:nvPr/>
          </p:nvGrpSpPr>
          <p:grpSpPr>
            <a:xfrm>
              <a:off x="4994149" y="1465241"/>
              <a:ext cx="908352" cy="908352"/>
              <a:chOff x="1600800" y="2914453"/>
              <a:chExt cx="302895" cy="302895"/>
            </a:xfrm>
          </p:grpSpPr>
          <p:sp>
            <p:nvSpPr>
              <p:cNvPr id="59" name="object 47">
                <a:extLst>
                  <a:ext uri="{FF2B5EF4-FFF2-40B4-BE49-F238E27FC236}">
                    <a16:creationId xmlns:a16="http://schemas.microsoft.com/office/drawing/2014/main" id="{DE447DE7-82FC-3B60-C9E6-2581A6F06FB9}"/>
                  </a:ext>
                </a:extLst>
              </p:cNvPr>
              <p:cNvSpPr/>
              <p:nvPr/>
            </p:nvSpPr>
            <p:spPr>
              <a:xfrm>
                <a:off x="1625857" y="2949238"/>
                <a:ext cx="267970" cy="253365"/>
              </a:xfrm>
              <a:custGeom>
                <a:avLst/>
                <a:gdLst/>
                <a:ahLst/>
                <a:cxnLst/>
                <a:rect l="l" t="t" r="r" b="b"/>
                <a:pathLst>
                  <a:path w="267969" h="253364">
                    <a:moveTo>
                      <a:pt x="133938" y="0"/>
                    </a:moveTo>
                    <a:lnTo>
                      <a:pt x="81802" y="9948"/>
                    </a:lnTo>
                    <a:lnTo>
                      <a:pt x="39228" y="37079"/>
                    </a:lnTo>
                    <a:lnTo>
                      <a:pt x="10525" y="77319"/>
                    </a:lnTo>
                    <a:lnTo>
                      <a:pt x="0" y="126597"/>
                    </a:lnTo>
                    <a:lnTo>
                      <a:pt x="10525" y="175873"/>
                    </a:lnTo>
                    <a:lnTo>
                      <a:pt x="39228" y="216113"/>
                    </a:lnTo>
                    <a:lnTo>
                      <a:pt x="81802" y="243243"/>
                    </a:lnTo>
                    <a:lnTo>
                      <a:pt x="133938" y="253192"/>
                    </a:lnTo>
                    <a:lnTo>
                      <a:pt x="186070" y="243243"/>
                    </a:lnTo>
                    <a:lnTo>
                      <a:pt x="228643" y="216113"/>
                    </a:lnTo>
                    <a:lnTo>
                      <a:pt x="257346" y="175873"/>
                    </a:lnTo>
                    <a:lnTo>
                      <a:pt x="267872" y="126597"/>
                    </a:lnTo>
                    <a:lnTo>
                      <a:pt x="257346" y="77319"/>
                    </a:lnTo>
                    <a:lnTo>
                      <a:pt x="228643" y="37079"/>
                    </a:lnTo>
                    <a:lnTo>
                      <a:pt x="186070" y="9948"/>
                    </a:lnTo>
                    <a:lnTo>
                      <a:pt x="133938" y="0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0" name="object 48">
                <a:extLst>
                  <a:ext uri="{FF2B5EF4-FFF2-40B4-BE49-F238E27FC236}">
                    <a16:creationId xmlns:a16="http://schemas.microsoft.com/office/drawing/2014/main" id="{9472BD10-DE98-4FE5-C9C6-5B5C213AC50B}"/>
                  </a:ext>
                </a:extLst>
              </p:cNvPr>
              <p:cNvSpPr/>
              <p:nvPr/>
            </p:nvSpPr>
            <p:spPr>
              <a:xfrm>
                <a:off x="1606657" y="2920310"/>
                <a:ext cx="291465" cy="291465"/>
              </a:xfrm>
              <a:custGeom>
                <a:avLst/>
                <a:gdLst/>
                <a:ahLst/>
                <a:cxnLst/>
                <a:rect l="l" t="t" r="r" b="b"/>
                <a:pathLst>
                  <a:path w="291464" h="291464">
                    <a:moveTo>
                      <a:pt x="145436" y="0"/>
                    </a:moveTo>
                    <a:lnTo>
                      <a:pt x="191404" y="7414"/>
                    </a:lnTo>
                    <a:lnTo>
                      <a:pt x="231326" y="28059"/>
                    </a:lnTo>
                    <a:lnTo>
                      <a:pt x="262808" y="59541"/>
                    </a:lnTo>
                    <a:lnTo>
                      <a:pt x="283454" y="99464"/>
                    </a:lnTo>
                    <a:lnTo>
                      <a:pt x="290868" y="145432"/>
                    </a:lnTo>
                    <a:lnTo>
                      <a:pt x="283454" y="191401"/>
                    </a:lnTo>
                    <a:lnTo>
                      <a:pt x="262808" y="231324"/>
                    </a:lnTo>
                    <a:lnTo>
                      <a:pt x="231326" y="262807"/>
                    </a:lnTo>
                    <a:lnTo>
                      <a:pt x="191404" y="283453"/>
                    </a:lnTo>
                    <a:lnTo>
                      <a:pt x="145436" y="290868"/>
                    </a:lnTo>
                    <a:lnTo>
                      <a:pt x="99467" y="283453"/>
                    </a:lnTo>
                    <a:lnTo>
                      <a:pt x="59543" y="262807"/>
                    </a:lnTo>
                    <a:lnTo>
                      <a:pt x="28060" y="231324"/>
                    </a:lnTo>
                    <a:lnTo>
                      <a:pt x="7414" y="191401"/>
                    </a:lnTo>
                    <a:lnTo>
                      <a:pt x="0" y="145432"/>
                    </a:lnTo>
                    <a:lnTo>
                      <a:pt x="7414" y="99464"/>
                    </a:lnTo>
                    <a:lnTo>
                      <a:pt x="28060" y="59541"/>
                    </a:lnTo>
                    <a:lnTo>
                      <a:pt x="59543" y="28059"/>
                    </a:lnTo>
                    <a:lnTo>
                      <a:pt x="99467" y="7414"/>
                    </a:lnTo>
                    <a:lnTo>
                      <a:pt x="145436" y="0"/>
                    </a:lnTo>
                    <a:close/>
                  </a:path>
                </a:pathLst>
              </a:custGeom>
              <a:ln w="11714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61" name="object 49">
                <a:extLst>
                  <a:ext uri="{FF2B5EF4-FFF2-40B4-BE49-F238E27FC236}">
                    <a16:creationId xmlns:a16="http://schemas.microsoft.com/office/drawing/2014/main" id="{1A1A1D13-E119-31EA-7486-A7D1BBC3C387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640771" y="2979869"/>
                <a:ext cx="224924" cy="178698"/>
              </a:xfrm>
              <a:prstGeom prst="rect">
                <a:avLst/>
              </a:prstGeom>
            </p:spPr>
          </p:pic>
        </p:grpSp>
        <p:sp>
          <p:nvSpPr>
            <p:cNvPr id="2082" name="TextBox 4">
              <a:extLst>
                <a:ext uri="{FF2B5EF4-FFF2-40B4-BE49-F238E27FC236}">
                  <a16:creationId xmlns:a16="http://schemas.microsoft.com/office/drawing/2014/main" id="{B40AB2D1-73A9-A91D-EAE6-4B16EE741CCC}"/>
                </a:ext>
              </a:extLst>
            </p:cNvPr>
            <p:cNvSpPr txBox="1"/>
            <p:nvPr/>
          </p:nvSpPr>
          <p:spPr>
            <a:xfrm>
              <a:off x="4790430" y="2605868"/>
              <a:ext cx="13613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розкажи</a:t>
              </a:r>
              <a:endParaRPr lang="uk-UA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91" name="Групувати 2090">
            <a:extLst>
              <a:ext uri="{FF2B5EF4-FFF2-40B4-BE49-F238E27FC236}">
                <a16:creationId xmlns:a16="http://schemas.microsoft.com/office/drawing/2014/main" id="{ED5866E8-AB49-1766-F2BC-8BBEFA78D849}"/>
              </a:ext>
            </a:extLst>
          </p:cNvPr>
          <p:cNvGrpSpPr/>
          <p:nvPr/>
        </p:nvGrpSpPr>
        <p:grpSpPr>
          <a:xfrm>
            <a:off x="6918856" y="1286291"/>
            <a:ext cx="1497945" cy="1584518"/>
            <a:chOff x="6918856" y="1475483"/>
            <a:chExt cx="1497945" cy="1584518"/>
          </a:xfrm>
        </p:grpSpPr>
        <p:grpSp>
          <p:nvGrpSpPr>
            <p:cNvPr id="2051" name="object 55">
              <a:extLst>
                <a:ext uri="{FF2B5EF4-FFF2-40B4-BE49-F238E27FC236}">
                  <a16:creationId xmlns:a16="http://schemas.microsoft.com/office/drawing/2014/main" id="{4C317E3C-91ED-75EB-A457-AF9DB979D732}"/>
                </a:ext>
              </a:extLst>
            </p:cNvPr>
            <p:cNvGrpSpPr/>
            <p:nvPr/>
          </p:nvGrpSpPr>
          <p:grpSpPr>
            <a:xfrm>
              <a:off x="7152818" y="1475483"/>
              <a:ext cx="984252" cy="882123"/>
              <a:chOff x="1576342" y="3662158"/>
              <a:chExt cx="351425" cy="314960"/>
            </a:xfrm>
          </p:grpSpPr>
          <p:sp>
            <p:nvSpPr>
              <p:cNvPr id="2052" name="object 56">
                <a:extLst>
                  <a:ext uri="{FF2B5EF4-FFF2-40B4-BE49-F238E27FC236}">
                    <a16:creationId xmlns:a16="http://schemas.microsoft.com/office/drawing/2014/main" id="{9BD249A0-A016-204A-615C-51F2B186D89B}"/>
                  </a:ext>
                </a:extLst>
              </p:cNvPr>
              <p:cNvSpPr/>
              <p:nvPr/>
            </p:nvSpPr>
            <p:spPr>
              <a:xfrm>
                <a:off x="1626876" y="3691505"/>
                <a:ext cx="266700" cy="24574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45745">
                    <a:moveTo>
                      <a:pt x="133339" y="0"/>
                    </a:moveTo>
                    <a:lnTo>
                      <a:pt x="81438" y="9640"/>
                    </a:lnTo>
                    <a:lnTo>
                      <a:pt x="39054" y="35929"/>
                    </a:lnTo>
                    <a:lnTo>
                      <a:pt x="10478" y="74922"/>
                    </a:lnTo>
                    <a:lnTo>
                      <a:pt x="0" y="122673"/>
                    </a:lnTo>
                    <a:lnTo>
                      <a:pt x="10478" y="170423"/>
                    </a:lnTo>
                    <a:lnTo>
                      <a:pt x="39054" y="209417"/>
                    </a:lnTo>
                    <a:lnTo>
                      <a:pt x="81438" y="235707"/>
                    </a:lnTo>
                    <a:lnTo>
                      <a:pt x="133339" y="245347"/>
                    </a:lnTo>
                    <a:lnTo>
                      <a:pt x="185242" y="235707"/>
                    </a:lnTo>
                    <a:lnTo>
                      <a:pt x="227626" y="209417"/>
                    </a:lnTo>
                    <a:lnTo>
                      <a:pt x="256202" y="170423"/>
                    </a:lnTo>
                    <a:lnTo>
                      <a:pt x="266680" y="122673"/>
                    </a:lnTo>
                    <a:lnTo>
                      <a:pt x="256202" y="74922"/>
                    </a:lnTo>
                    <a:lnTo>
                      <a:pt x="227626" y="35929"/>
                    </a:lnTo>
                    <a:lnTo>
                      <a:pt x="185242" y="9640"/>
                    </a:lnTo>
                    <a:lnTo>
                      <a:pt x="133339" y="0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3" name="object 57">
                <a:extLst>
                  <a:ext uri="{FF2B5EF4-FFF2-40B4-BE49-F238E27FC236}">
                    <a16:creationId xmlns:a16="http://schemas.microsoft.com/office/drawing/2014/main" id="{459C1922-0906-673B-1909-00D9A093311A}"/>
                  </a:ext>
                </a:extLst>
              </p:cNvPr>
              <p:cNvSpPr/>
              <p:nvPr/>
            </p:nvSpPr>
            <p:spPr>
              <a:xfrm>
                <a:off x="1666202" y="3728348"/>
                <a:ext cx="170815" cy="96520"/>
              </a:xfrm>
              <a:custGeom>
                <a:avLst/>
                <a:gdLst/>
                <a:ahLst/>
                <a:cxnLst/>
                <a:rect l="l" t="t" r="r" b="b"/>
                <a:pathLst>
                  <a:path w="170814" h="96520">
                    <a:moveTo>
                      <a:pt x="57632" y="71120"/>
                    </a:moveTo>
                    <a:lnTo>
                      <a:pt x="50304" y="63792"/>
                    </a:lnTo>
                    <a:lnTo>
                      <a:pt x="41275" y="63792"/>
                    </a:lnTo>
                    <a:lnTo>
                      <a:pt x="32245" y="63792"/>
                    </a:lnTo>
                    <a:lnTo>
                      <a:pt x="24917" y="71120"/>
                    </a:lnTo>
                    <a:lnTo>
                      <a:pt x="24917" y="89179"/>
                    </a:lnTo>
                    <a:lnTo>
                      <a:pt x="32245" y="96507"/>
                    </a:lnTo>
                    <a:lnTo>
                      <a:pt x="50304" y="96507"/>
                    </a:lnTo>
                    <a:lnTo>
                      <a:pt x="57632" y="89179"/>
                    </a:lnTo>
                    <a:lnTo>
                      <a:pt x="57632" y="71120"/>
                    </a:lnTo>
                    <a:close/>
                  </a:path>
                  <a:path w="170814" h="96520">
                    <a:moveTo>
                      <a:pt x="63144" y="9982"/>
                    </a:moveTo>
                    <a:lnTo>
                      <a:pt x="58826" y="4406"/>
                    </a:lnTo>
                    <a:lnTo>
                      <a:pt x="50634" y="889"/>
                    </a:lnTo>
                    <a:lnTo>
                      <a:pt x="39649" y="0"/>
                    </a:lnTo>
                    <a:lnTo>
                      <a:pt x="26962" y="2336"/>
                    </a:lnTo>
                    <a:lnTo>
                      <a:pt x="14960" y="7467"/>
                    </a:lnTo>
                    <a:lnTo>
                      <a:pt x="5880" y="13970"/>
                    </a:lnTo>
                    <a:lnTo>
                      <a:pt x="609" y="21018"/>
                    </a:lnTo>
                    <a:lnTo>
                      <a:pt x="0" y="27813"/>
                    </a:lnTo>
                    <a:lnTo>
                      <a:pt x="10134" y="19608"/>
                    </a:lnTo>
                    <a:lnTo>
                      <a:pt x="27127" y="12242"/>
                    </a:lnTo>
                    <a:lnTo>
                      <a:pt x="46342" y="8204"/>
                    </a:lnTo>
                    <a:lnTo>
                      <a:pt x="63144" y="9982"/>
                    </a:lnTo>
                    <a:close/>
                  </a:path>
                  <a:path w="170814" h="96520">
                    <a:moveTo>
                      <a:pt x="149479" y="71120"/>
                    </a:moveTo>
                    <a:lnTo>
                      <a:pt x="142151" y="63792"/>
                    </a:lnTo>
                    <a:lnTo>
                      <a:pt x="133121" y="63792"/>
                    </a:lnTo>
                    <a:lnTo>
                      <a:pt x="124091" y="63792"/>
                    </a:lnTo>
                    <a:lnTo>
                      <a:pt x="116763" y="71120"/>
                    </a:lnTo>
                    <a:lnTo>
                      <a:pt x="116763" y="89179"/>
                    </a:lnTo>
                    <a:lnTo>
                      <a:pt x="124091" y="96507"/>
                    </a:lnTo>
                    <a:lnTo>
                      <a:pt x="142151" y="96507"/>
                    </a:lnTo>
                    <a:lnTo>
                      <a:pt x="149479" y="89179"/>
                    </a:lnTo>
                    <a:lnTo>
                      <a:pt x="149479" y="71120"/>
                    </a:lnTo>
                    <a:close/>
                  </a:path>
                  <a:path w="170814" h="96520">
                    <a:moveTo>
                      <a:pt x="170535" y="27813"/>
                    </a:moveTo>
                    <a:lnTo>
                      <a:pt x="130898" y="0"/>
                    </a:lnTo>
                    <a:lnTo>
                      <a:pt x="119913" y="889"/>
                    </a:lnTo>
                    <a:lnTo>
                      <a:pt x="111709" y="4406"/>
                    </a:lnTo>
                    <a:lnTo>
                      <a:pt x="107391" y="9982"/>
                    </a:lnTo>
                    <a:lnTo>
                      <a:pt x="124193" y="8204"/>
                    </a:lnTo>
                    <a:lnTo>
                      <a:pt x="143408" y="12242"/>
                    </a:lnTo>
                    <a:lnTo>
                      <a:pt x="160401" y="19608"/>
                    </a:lnTo>
                    <a:lnTo>
                      <a:pt x="170535" y="27813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5" name="object 58">
                <a:extLst>
                  <a:ext uri="{FF2B5EF4-FFF2-40B4-BE49-F238E27FC236}">
                    <a16:creationId xmlns:a16="http://schemas.microsoft.com/office/drawing/2014/main" id="{E8DEF6CC-CC0A-7D6C-F4E8-C01D8C6A65C1}"/>
                  </a:ext>
                </a:extLst>
              </p:cNvPr>
              <p:cNvSpPr/>
              <p:nvPr/>
            </p:nvSpPr>
            <p:spPr>
              <a:xfrm>
                <a:off x="1708387" y="3873786"/>
                <a:ext cx="9017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90169" h="17779">
                    <a:moveTo>
                      <a:pt x="0" y="0"/>
                    </a:moveTo>
                    <a:lnTo>
                      <a:pt x="22192" y="13584"/>
                    </a:lnTo>
                    <a:lnTo>
                      <a:pt x="46165" y="17442"/>
                    </a:lnTo>
                    <a:lnTo>
                      <a:pt x="69580" y="12579"/>
                    </a:lnTo>
                    <a:lnTo>
                      <a:pt x="90098" y="0"/>
                    </a:lnTo>
                  </a:path>
                </a:pathLst>
              </a:custGeom>
              <a:ln w="7128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6" name="object 59">
                <a:extLst>
                  <a:ext uri="{FF2B5EF4-FFF2-40B4-BE49-F238E27FC236}">
                    <a16:creationId xmlns:a16="http://schemas.microsoft.com/office/drawing/2014/main" id="{37C4201D-97AF-D245-0CAC-B5A27D767466}"/>
                  </a:ext>
                </a:extLst>
              </p:cNvPr>
              <p:cNvSpPr/>
              <p:nvPr/>
            </p:nvSpPr>
            <p:spPr>
              <a:xfrm>
                <a:off x="1641094" y="3828411"/>
                <a:ext cx="224154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224155" h="50164">
                    <a:moveTo>
                      <a:pt x="49784" y="24892"/>
                    </a:moveTo>
                    <a:lnTo>
                      <a:pt x="47828" y="15201"/>
                    </a:lnTo>
                    <a:lnTo>
                      <a:pt x="42494" y="7289"/>
                    </a:lnTo>
                    <a:lnTo>
                      <a:pt x="34582" y="1955"/>
                    </a:lnTo>
                    <a:lnTo>
                      <a:pt x="24892" y="0"/>
                    </a:lnTo>
                    <a:lnTo>
                      <a:pt x="15201" y="1955"/>
                    </a:lnTo>
                    <a:lnTo>
                      <a:pt x="7289" y="7289"/>
                    </a:lnTo>
                    <a:lnTo>
                      <a:pt x="1955" y="15201"/>
                    </a:lnTo>
                    <a:lnTo>
                      <a:pt x="0" y="24892"/>
                    </a:lnTo>
                    <a:lnTo>
                      <a:pt x="1955" y="34569"/>
                    </a:lnTo>
                    <a:lnTo>
                      <a:pt x="7289" y="42481"/>
                    </a:lnTo>
                    <a:lnTo>
                      <a:pt x="15201" y="47815"/>
                    </a:lnTo>
                    <a:lnTo>
                      <a:pt x="24892" y="49771"/>
                    </a:lnTo>
                    <a:lnTo>
                      <a:pt x="34582" y="47815"/>
                    </a:lnTo>
                    <a:lnTo>
                      <a:pt x="42494" y="42481"/>
                    </a:lnTo>
                    <a:lnTo>
                      <a:pt x="47828" y="34569"/>
                    </a:lnTo>
                    <a:lnTo>
                      <a:pt x="49784" y="24892"/>
                    </a:lnTo>
                    <a:close/>
                  </a:path>
                  <a:path w="224155" h="50164">
                    <a:moveTo>
                      <a:pt x="224015" y="24892"/>
                    </a:moveTo>
                    <a:lnTo>
                      <a:pt x="222059" y="15201"/>
                    </a:lnTo>
                    <a:lnTo>
                      <a:pt x="216725" y="7289"/>
                    </a:lnTo>
                    <a:lnTo>
                      <a:pt x="208813" y="1955"/>
                    </a:lnTo>
                    <a:lnTo>
                      <a:pt x="199123" y="0"/>
                    </a:lnTo>
                    <a:lnTo>
                      <a:pt x="189433" y="1955"/>
                    </a:lnTo>
                    <a:lnTo>
                      <a:pt x="181521" y="7289"/>
                    </a:lnTo>
                    <a:lnTo>
                      <a:pt x="176187" y="15201"/>
                    </a:lnTo>
                    <a:lnTo>
                      <a:pt x="174231" y="24892"/>
                    </a:lnTo>
                    <a:lnTo>
                      <a:pt x="176187" y="34569"/>
                    </a:lnTo>
                    <a:lnTo>
                      <a:pt x="181521" y="42481"/>
                    </a:lnTo>
                    <a:lnTo>
                      <a:pt x="189433" y="47815"/>
                    </a:lnTo>
                    <a:lnTo>
                      <a:pt x="199123" y="49771"/>
                    </a:lnTo>
                    <a:lnTo>
                      <a:pt x="208813" y="47815"/>
                    </a:lnTo>
                    <a:lnTo>
                      <a:pt x="216725" y="42481"/>
                    </a:lnTo>
                    <a:lnTo>
                      <a:pt x="222059" y="34569"/>
                    </a:lnTo>
                    <a:lnTo>
                      <a:pt x="224015" y="24892"/>
                    </a:lnTo>
                    <a:close/>
                  </a:path>
                </a:pathLst>
              </a:custGeom>
              <a:solidFill>
                <a:srgbClr val="F5821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7" name="object 60">
                <a:extLst>
                  <a:ext uri="{FF2B5EF4-FFF2-40B4-BE49-F238E27FC236}">
                    <a16:creationId xmlns:a16="http://schemas.microsoft.com/office/drawing/2014/main" id="{65A521F6-182B-DA65-3A7E-BBF8E89097A5}"/>
                  </a:ext>
                </a:extLst>
              </p:cNvPr>
              <p:cNvSpPr/>
              <p:nvPr/>
            </p:nvSpPr>
            <p:spPr>
              <a:xfrm>
                <a:off x="1612959" y="3662158"/>
                <a:ext cx="281940" cy="281940"/>
              </a:xfrm>
              <a:custGeom>
                <a:avLst/>
                <a:gdLst/>
                <a:ahLst/>
                <a:cxnLst/>
                <a:rect l="l" t="t" r="r" b="b"/>
                <a:pathLst>
                  <a:path w="281939" h="281939">
                    <a:moveTo>
                      <a:pt x="140926" y="0"/>
                    </a:moveTo>
                    <a:lnTo>
                      <a:pt x="185470" y="7184"/>
                    </a:lnTo>
                    <a:lnTo>
                      <a:pt x="224156" y="27190"/>
                    </a:lnTo>
                    <a:lnTo>
                      <a:pt x="254663" y="57696"/>
                    </a:lnTo>
                    <a:lnTo>
                      <a:pt x="274669" y="96381"/>
                    </a:lnTo>
                    <a:lnTo>
                      <a:pt x="281853" y="140923"/>
                    </a:lnTo>
                    <a:lnTo>
                      <a:pt x="274669" y="185467"/>
                    </a:lnTo>
                    <a:lnTo>
                      <a:pt x="254663" y="224153"/>
                    </a:lnTo>
                    <a:lnTo>
                      <a:pt x="224156" y="254659"/>
                    </a:lnTo>
                    <a:lnTo>
                      <a:pt x="185470" y="274665"/>
                    </a:lnTo>
                    <a:lnTo>
                      <a:pt x="140926" y="281849"/>
                    </a:lnTo>
                    <a:lnTo>
                      <a:pt x="96382" y="274665"/>
                    </a:lnTo>
                    <a:lnTo>
                      <a:pt x="57696" y="254659"/>
                    </a:lnTo>
                    <a:lnTo>
                      <a:pt x="27190" y="224153"/>
                    </a:lnTo>
                    <a:lnTo>
                      <a:pt x="7184" y="185467"/>
                    </a:lnTo>
                    <a:lnTo>
                      <a:pt x="0" y="140923"/>
                    </a:lnTo>
                    <a:lnTo>
                      <a:pt x="7184" y="96381"/>
                    </a:lnTo>
                    <a:lnTo>
                      <a:pt x="27190" y="57696"/>
                    </a:lnTo>
                    <a:lnTo>
                      <a:pt x="57696" y="27190"/>
                    </a:lnTo>
                    <a:lnTo>
                      <a:pt x="96382" y="7184"/>
                    </a:lnTo>
                    <a:lnTo>
                      <a:pt x="140926" y="0"/>
                    </a:lnTo>
                    <a:close/>
                  </a:path>
                </a:pathLst>
              </a:custGeom>
              <a:ln w="11352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58" name="object 61">
                <a:extLst>
                  <a:ext uri="{FF2B5EF4-FFF2-40B4-BE49-F238E27FC236}">
                    <a16:creationId xmlns:a16="http://schemas.microsoft.com/office/drawing/2014/main" id="{6F047226-72FA-1E2F-E5ED-FC00CA98F8ED}"/>
                  </a:ext>
                </a:extLst>
              </p:cNvPr>
              <p:cNvSpPr/>
              <p:nvPr/>
            </p:nvSpPr>
            <p:spPr>
              <a:xfrm>
                <a:off x="1627317" y="3844709"/>
                <a:ext cx="259079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59080" h="57150">
                    <a:moveTo>
                      <a:pt x="217869" y="0"/>
                    </a:moveTo>
                    <a:lnTo>
                      <a:pt x="188587" y="1468"/>
                    </a:lnTo>
                    <a:lnTo>
                      <a:pt x="159553" y="5615"/>
                    </a:lnTo>
                    <a:lnTo>
                      <a:pt x="129387" y="12498"/>
                    </a:lnTo>
                    <a:lnTo>
                      <a:pt x="99218" y="5615"/>
                    </a:lnTo>
                    <a:lnTo>
                      <a:pt x="70184" y="1468"/>
                    </a:lnTo>
                    <a:lnTo>
                      <a:pt x="40903" y="0"/>
                    </a:lnTo>
                    <a:lnTo>
                      <a:pt x="9993" y="1150"/>
                    </a:lnTo>
                    <a:lnTo>
                      <a:pt x="1561" y="22023"/>
                    </a:lnTo>
                    <a:lnTo>
                      <a:pt x="0" y="24301"/>
                    </a:lnTo>
                    <a:lnTo>
                      <a:pt x="136648" y="56990"/>
                    </a:lnTo>
                    <a:lnTo>
                      <a:pt x="258771" y="24301"/>
                    </a:lnTo>
                    <a:lnTo>
                      <a:pt x="257210" y="22023"/>
                    </a:lnTo>
                    <a:lnTo>
                      <a:pt x="253776" y="13916"/>
                    </a:lnTo>
                    <a:lnTo>
                      <a:pt x="248781" y="1150"/>
                    </a:lnTo>
                    <a:lnTo>
                      <a:pt x="21786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solidFill>
                  <a:schemeClr val="tx1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0" name="object 63">
                <a:extLst>
                  <a:ext uri="{FF2B5EF4-FFF2-40B4-BE49-F238E27FC236}">
                    <a16:creationId xmlns:a16="http://schemas.microsoft.com/office/drawing/2014/main" id="{AEB9F6D3-489E-6786-CBF5-ABE45D8D7FE0}"/>
                  </a:ext>
                </a:extLst>
              </p:cNvPr>
              <p:cNvSpPr/>
              <p:nvPr/>
            </p:nvSpPr>
            <p:spPr>
              <a:xfrm>
                <a:off x="1619873" y="3857104"/>
                <a:ext cx="274320" cy="120014"/>
              </a:xfrm>
              <a:custGeom>
                <a:avLst/>
                <a:gdLst/>
                <a:ahLst/>
                <a:cxnLst/>
                <a:rect l="l" t="t" r="r" b="b"/>
                <a:pathLst>
                  <a:path w="274319" h="120014">
                    <a:moveTo>
                      <a:pt x="274198" y="0"/>
                    </a:moveTo>
                    <a:lnTo>
                      <a:pt x="160708" y="0"/>
                    </a:lnTo>
                    <a:lnTo>
                      <a:pt x="158853" y="5059"/>
                    </a:lnTo>
                    <a:lnTo>
                      <a:pt x="153794" y="9171"/>
                    </a:lnTo>
                    <a:lnTo>
                      <a:pt x="146290" y="11943"/>
                    </a:lnTo>
                    <a:lnTo>
                      <a:pt x="137099" y="12960"/>
                    </a:lnTo>
                    <a:lnTo>
                      <a:pt x="127909" y="11943"/>
                    </a:lnTo>
                    <a:lnTo>
                      <a:pt x="120406" y="9171"/>
                    </a:lnTo>
                    <a:lnTo>
                      <a:pt x="115348" y="5059"/>
                    </a:lnTo>
                    <a:lnTo>
                      <a:pt x="113493" y="25"/>
                    </a:lnTo>
                    <a:lnTo>
                      <a:pt x="0" y="0"/>
                    </a:lnTo>
                    <a:lnTo>
                      <a:pt x="30869" y="115312"/>
                    </a:lnTo>
                    <a:lnTo>
                      <a:pt x="123459" y="115312"/>
                    </a:lnTo>
                    <a:lnTo>
                      <a:pt x="126789" y="118008"/>
                    </a:lnTo>
                    <a:lnTo>
                      <a:pt x="131663" y="119711"/>
                    </a:lnTo>
                    <a:lnTo>
                      <a:pt x="142538" y="119711"/>
                    </a:lnTo>
                    <a:lnTo>
                      <a:pt x="147412" y="118008"/>
                    </a:lnTo>
                    <a:lnTo>
                      <a:pt x="150742" y="115312"/>
                    </a:lnTo>
                    <a:lnTo>
                      <a:pt x="243328" y="115312"/>
                    </a:lnTo>
                    <a:lnTo>
                      <a:pt x="274198" y="0"/>
                    </a:ln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1" name="object 64">
                <a:extLst>
                  <a:ext uri="{FF2B5EF4-FFF2-40B4-BE49-F238E27FC236}">
                    <a16:creationId xmlns:a16="http://schemas.microsoft.com/office/drawing/2014/main" id="{7377872E-ED35-8C29-4193-D00C934F0787}"/>
                  </a:ext>
                </a:extLst>
              </p:cNvPr>
              <p:cNvSpPr/>
              <p:nvPr/>
            </p:nvSpPr>
            <p:spPr>
              <a:xfrm>
                <a:off x="1619873" y="3857104"/>
                <a:ext cx="274320" cy="120014"/>
              </a:xfrm>
              <a:custGeom>
                <a:avLst/>
                <a:gdLst/>
                <a:ahLst/>
                <a:cxnLst/>
                <a:rect l="l" t="t" r="r" b="b"/>
                <a:pathLst>
                  <a:path w="274319" h="120014">
                    <a:moveTo>
                      <a:pt x="0" y="0"/>
                    </a:moveTo>
                    <a:lnTo>
                      <a:pt x="113493" y="0"/>
                    </a:lnTo>
                    <a:lnTo>
                      <a:pt x="115348" y="5059"/>
                    </a:lnTo>
                    <a:lnTo>
                      <a:pt x="120406" y="9171"/>
                    </a:lnTo>
                    <a:lnTo>
                      <a:pt x="127909" y="11943"/>
                    </a:lnTo>
                    <a:lnTo>
                      <a:pt x="137099" y="12960"/>
                    </a:lnTo>
                    <a:lnTo>
                      <a:pt x="146290" y="11943"/>
                    </a:lnTo>
                    <a:lnTo>
                      <a:pt x="153794" y="9171"/>
                    </a:lnTo>
                    <a:lnTo>
                      <a:pt x="158853" y="5059"/>
                    </a:lnTo>
                    <a:lnTo>
                      <a:pt x="160708" y="25"/>
                    </a:lnTo>
                    <a:lnTo>
                      <a:pt x="274198" y="0"/>
                    </a:lnTo>
                    <a:lnTo>
                      <a:pt x="243328" y="115312"/>
                    </a:lnTo>
                    <a:lnTo>
                      <a:pt x="150742" y="115312"/>
                    </a:lnTo>
                    <a:lnTo>
                      <a:pt x="147412" y="118008"/>
                    </a:lnTo>
                    <a:lnTo>
                      <a:pt x="142538" y="119711"/>
                    </a:lnTo>
                    <a:lnTo>
                      <a:pt x="137099" y="119711"/>
                    </a:lnTo>
                    <a:lnTo>
                      <a:pt x="131663" y="119711"/>
                    </a:lnTo>
                    <a:lnTo>
                      <a:pt x="126789" y="118008"/>
                    </a:lnTo>
                    <a:lnTo>
                      <a:pt x="123459" y="115312"/>
                    </a:lnTo>
                    <a:lnTo>
                      <a:pt x="30869" y="115312"/>
                    </a:lnTo>
                    <a:lnTo>
                      <a:pt x="0" y="0"/>
                    </a:lnTo>
                    <a:close/>
                  </a:path>
                </a:pathLst>
              </a:custGeom>
              <a:ln w="12599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062" name="object 65">
                <a:extLst>
                  <a:ext uri="{FF2B5EF4-FFF2-40B4-BE49-F238E27FC236}">
                    <a16:creationId xmlns:a16="http://schemas.microsoft.com/office/drawing/2014/main" id="{7F7BD53B-5B5D-4F3C-223C-61AC3146D7AF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576342" y="3869133"/>
                <a:ext cx="82743" cy="97188"/>
              </a:xfrm>
              <a:prstGeom prst="rect">
                <a:avLst/>
              </a:prstGeom>
            </p:spPr>
          </p:pic>
          <p:pic>
            <p:nvPicPr>
              <p:cNvPr id="2063" name="object 66">
                <a:extLst>
                  <a:ext uri="{FF2B5EF4-FFF2-40B4-BE49-F238E27FC236}">
                    <a16:creationId xmlns:a16="http://schemas.microsoft.com/office/drawing/2014/main" id="{F4ED960D-9240-DE83-BB73-288D65F83AB7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845024" y="3869133"/>
                <a:ext cx="82743" cy="97188"/>
              </a:xfrm>
              <a:prstGeom prst="rect">
                <a:avLst/>
              </a:prstGeom>
            </p:spPr>
          </p:pic>
        </p:grpSp>
        <p:sp>
          <p:nvSpPr>
            <p:cNvPr id="2083" name="TextBox 4">
              <a:extLst>
                <a:ext uri="{FF2B5EF4-FFF2-40B4-BE49-F238E27FC236}">
                  <a16:creationId xmlns:a16="http://schemas.microsoft.com/office/drawing/2014/main" id="{46FDBE60-1883-B2F0-6771-F9B043C9F8A5}"/>
                </a:ext>
              </a:extLst>
            </p:cNvPr>
            <p:cNvSpPr txBox="1"/>
            <p:nvPr/>
          </p:nvSpPr>
          <p:spPr>
            <a:xfrm>
              <a:off x="6918856" y="2598336"/>
              <a:ext cx="14979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2400" dirty="0">
                  <a:latin typeface="Arial" panose="020B0604020202020204" pitchFamily="34" charset="0"/>
                  <a:cs typeface="Arial" panose="020B0604020202020204" pitchFamily="34" charset="0"/>
                </a:rPr>
                <a:t>прочитай</a:t>
              </a:r>
              <a:endParaRPr lang="uk-UA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92" name="Групувати 2091">
            <a:extLst>
              <a:ext uri="{FF2B5EF4-FFF2-40B4-BE49-F238E27FC236}">
                <a16:creationId xmlns:a16="http://schemas.microsoft.com/office/drawing/2014/main" id="{B5257868-DDB1-2107-0318-DCA335746A80}"/>
              </a:ext>
            </a:extLst>
          </p:cNvPr>
          <p:cNvGrpSpPr/>
          <p:nvPr/>
        </p:nvGrpSpPr>
        <p:grpSpPr>
          <a:xfrm>
            <a:off x="1252629" y="3418284"/>
            <a:ext cx="1436576" cy="1592686"/>
            <a:chOff x="1252629" y="4048924"/>
            <a:chExt cx="1436576" cy="1592686"/>
          </a:xfrm>
        </p:grpSpPr>
        <p:grpSp>
          <p:nvGrpSpPr>
            <p:cNvPr id="62" name="object 50">
              <a:extLst>
                <a:ext uri="{FF2B5EF4-FFF2-40B4-BE49-F238E27FC236}">
                  <a16:creationId xmlns:a16="http://schemas.microsoft.com/office/drawing/2014/main" id="{F94B0146-DE5A-4A42-7DF9-DF13D35FB393}"/>
                </a:ext>
              </a:extLst>
            </p:cNvPr>
            <p:cNvGrpSpPr/>
            <p:nvPr/>
          </p:nvGrpSpPr>
          <p:grpSpPr>
            <a:xfrm>
              <a:off x="1505784" y="4048924"/>
              <a:ext cx="897264" cy="979530"/>
              <a:chOff x="1603314" y="4427247"/>
              <a:chExt cx="297815" cy="325120"/>
            </a:xfrm>
          </p:grpSpPr>
          <p:sp>
            <p:nvSpPr>
              <p:cNvPr id="63" name="object 51">
                <a:extLst>
                  <a:ext uri="{FF2B5EF4-FFF2-40B4-BE49-F238E27FC236}">
                    <a16:creationId xmlns:a16="http://schemas.microsoft.com/office/drawing/2014/main" id="{6CCD3FEE-7111-BB3B-9FE2-75138A812EC8}"/>
                  </a:ext>
                </a:extLst>
              </p:cNvPr>
              <p:cNvSpPr/>
              <p:nvPr/>
            </p:nvSpPr>
            <p:spPr>
              <a:xfrm>
                <a:off x="1624031" y="4449600"/>
                <a:ext cx="267335" cy="293370"/>
              </a:xfrm>
              <a:custGeom>
                <a:avLst/>
                <a:gdLst/>
                <a:ahLst/>
                <a:cxnLst/>
                <a:rect l="l" t="t" r="r" b="b"/>
                <a:pathLst>
                  <a:path w="267335" h="293370">
                    <a:moveTo>
                      <a:pt x="8738" y="226963"/>
                    </a:moveTo>
                    <a:lnTo>
                      <a:pt x="3435" y="229936"/>
                    </a:lnTo>
                    <a:lnTo>
                      <a:pt x="0" y="236311"/>
                    </a:lnTo>
                    <a:lnTo>
                      <a:pt x="11179" y="240659"/>
                    </a:lnTo>
                    <a:lnTo>
                      <a:pt x="19007" y="247623"/>
                    </a:lnTo>
                    <a:lnTo>
                      <a:pt x="24592" y="256042"/>
                    </a:lnTo>
                    <a:lnTo>
                      <a:pt x="29044" y="264751"/>
                    </a:lnTo>
                    <a:lnTo>
                      <a:pt x="44407" y="285188"/>
                    </a:lnTo>
                    <a:lnTo>
                      <a:pt x="62063" y="292887"/>
                    </a:lnTo>
                    <a:lnTo>
                      <a:pt x="80207" y="288652"/>
                    </a:lnTo>
                    <a:lnTo>
                      <a:pt x="95704" y="274502"/>
                    </a:lnTo>
                    <a:lnTo>
                      <a:pt x="76726" y="274502"/>
                    </a:lnTo>
                    <a:lnTo>
                      <a:pt x="69303" y="273095"/>
                    </a:lnTo>
                    <a:lnTo>
                      <a:pt x="64258" y="269664"/>
                    </a:lnTo>
                    <a:lnTo>
                      <a:pt x="60631" y="264399"/>
                    </a:lnTo>
                    <a:lnTo>
                      <a:pt x="59204" y="257855"/>
                    </a:lnTo>
                    <a:lnTo>
                      <a:pt x="60758" y="250588"/>
                    </a:lnTo>
                    <a:lnTo>
                      <a:pt x="62071" y="247623"/>
                    </a:lnTo>
                    <a:lnTo>
                      <a:pt x="62143" y="247460"/>
                    </a:lnTo>
                    <a:lnTo>
                      <a:pt x="64335" y="245203"/>
                    </a:lnTo>
                    <a:lnTo>
                      <a:pt x="66945" y="243720"/>
                    </a:lnTo>
                    <a:lnTo>
                      <a:pt x="200101" y="243720"/>
                    </a:lnTo>
                    <a:lnTo>
                      <a:pt x="201352" y="242877"/>
                    </a:lnTo>
                    <a:lnTo>
                      <a:pt x="45144" y="242877"/>
                    </a:lnTo>
                    <a:lnTo>
                      <a:pt x="37786" y="242234"/>
                    </a:lnTo>
                    <a:lnTo>
                      <a:pt x="31754" y="238841"/>
                    </a:lnTo>
                    <a:lnTo>
                      <a:pt x="26706" y="234403"/>
                    </a:lnTo>
                    <a:lnTo>
                      <a:pt x="22298" y="230623"/>
                    </a:lnTo>
                    <a:lnTo>
                      <a:pt x="15246" y="227242"/>
                    </a:lnTo>
                    <a:lnTo>
                      <a:pt x="8738" y="226963"/>
                    </a:lnTo>
                    <a:close/>
                  </a:path>
                  <a:path w="267335" h="293370">
                    <a:moveTo>
                      <a:pt x="200101" y="243720"/>
                    </a:moveTo>
                    <a:lnTo>
                      <a:pt x="66945" y="243720"/>
                    </a:lnTo>
                    <a:lnTo>
                      <a:pt x="73186" y="247314"/>
                    </a:lnTo>
                    <a:lnTo>
                      <a:pt x="79675" y="250588"/>
                    </a:lnTo>
                    <a:lnTo>
                      <a:pt x="86282" y="253479"/>
                    </a:lnTo>
                    <a:lnTo>
                      <a:pt x="93114" y="256042"/>
                    </a:lnTo>
                    <a:lnTo>
                      <a:pt x="93218" y="257855"/>
                    </a:lnTo>
                    <a:lnTo>
                      <a:pt x="93254" y="258490"/>
                    </a:lnTo>
                    <a:lnTo>
                      <a:pt x="92851" y="260947"/>
                    </a:lnTo>
                    <a:lnTo>
                      <a:pt x="92805" y="261230"/>
                    </a:lnTo>
                    <a:lnTo>
                      <a:pt x="91591" y="264210"/>
                    </a:lnTo>
                    <a:lnTo>
                      <a:pt x="88381" y="269090"/>
                    </a:lnTo>
                    <a:lnTo>
                      <a:pt x="83255" y="272844"/>
                    </a:lnTo>
                    <a:lnTo>
                      <a:pt x="76726" y="274502"/>
                    </a:lnTo>
                    <a:lnTo>
                      <a:pt x="95704" y="274502"/>
                    </a:lnTo>
                    <a:lnTo>
                      <a:pt x="104623" y="259361"/>
                    </a:lnTo>
                    <a:lnTo>
                      <a:pt x="153792" y="259361"/>
                    </a:lnTo>
                    <a:lnTo>
                      <a:pt x="186781" y="252701"/>
                    </a:lnTo>
                    <a:lnTo>
                      <a:pt x="200101" y="243720"/>
                    </a:lnTo>
                    <a:close/>
                  </a:path>
                  <a:path w="267335" h="293370">
                    <a:moveTo>
                      <a:pt x="153792" y="259361"/>
                    </a:moveTo>
                    <a:lnTo>
                      <a:pt x="104623" y="259361"/>
                    </a:lnTo>
                    <a:lnTo>
                      <a:pt x="112150" y="260947"/>
                    </a:lnTo>
                    <a:lnTo>
                      <a:pt x="119829" y="262098"/>
                    </a:lnTo>
                    <a:lnTo>
                      <a:pt x="127645" y="262800"/>
                    </a:lnTo>
                    <a:lnTo>
                      <a:pt x="135587" y="263037"/>
                    </a:lnTo>
                    <a:lnTo>
                      <a:pt x="153792" y="259361"/>
                    </a:lnTo>
                    <a:close/>
                  </a:path>
                  <a:path w="267335" h="293370">
                    <a:moveTo>
                      <a:pt x="135587" y="0"/>
                    </a:moveTo>
                    <a:lnTo>
                      <a:pt x="84395" y="10335"/>
                    </a:lnTo>
                    <a:lnTo>
                      <a:pt x="42590" y="38521"/>
                    </a:lnTo>
                    <a:lnTo>
                      <a:pt x="14404" y="80326"/>
                    </a:lnTo>
                    <a:lnTo>
                      <a:pt x="4069" y="131518"/>
                    </a:lnTo>
                    <a:lnTo>
                      <a:pt x="7485" y="161428"/>
                    </a:lnTo>
                    <a:lnTo>
                      <a:pt x="17222" y="188912"/>
                    </a:lnTo>
                    <a:lnTo>
                      <a:pt x="32508" y="213201"/>
                    </a:lnTo>
                    <a:lnTo>
                      <a:pt x="52575" y="233525"/>
                    </a:lnTo>
                    <a:lnTo>
                      <a:pt x="49543" y="238514"/>
                    </a:lnTo>
                    <a:lnTo>
                      <a:pt x="46973" y="242039"/>
                    </a:lnTo>
                    <a:lnTo>
                      <a:pt x="45144" y="242877"/>
                    </a:lnTo>
                    <a:lnTo>
                      <a:pt x="201352" y="242877"/>
                    </a:lnTo>
                    <a:lnTo>
                      <a:pt x="228585" y="224515"/>
                    </a:lnTo>
                    <a:lnTo>
                      <a:pt x="256771" y="182710"/>
                    </a:lnTo>
                    <a:lnTo>
                      <a:pt x="267106" y="131518"/>
                    </a:lnTo>
                    <a:lnTo>
                      <a:pt x="256771" y="80326"/>
                    </a:lnTo>
                    <a:lnTo>
                      <a:pt x="228585" y="38521"/>
                    </a:lnTo>
                    <a:lnTo>
                      <a:pt x="186781" y="10335"/>
                    </a:lnTo>
                    <a:lnTo>
                      <a:pt x="135587" y="0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8" name="object 52">
                <a:extLst>
                  <a:ext uri="{FF2B5EF4-FFF2-40B4-BE49-F238E27FC236}">
                    <a16:creationId xmlns:a16="http://schemas.microsoft.com/office/drawing/2014/main" id="{4326DC8B-1F22-EF59-55C1-809C7BFFC187}"/>
                  </a:ext>
                </a:extLst>
              </p:cNvPr>
              <p:cNvSpPr/>
              <p:nvPr/>
            </p:nvSpPr>
            <p:spPr>
              <a:xfrm>
                <a:off x="1603314" y="4427247"/>
                <a:ext cx="297815" cy="325120"/>
              </a:xfrm>
              <a:custGeom>
                <a:avLst/>
                <a:gdLst/>
                <a:ahLst/>
                <a:cxnLst/>
                <a:rect l="l" t="t" r="r" b="b"/>
                <a:pathLst>
                  <a:path w="297814" h="325120">
                    <a:moveTo>
                      <a:pt x="160796" y="0"/>
                    </a:moveTo>
                    <a:lnTo>
                      <a:pt x="120816" y="1951"/>
                    </a:lnTo>
                    <a:lnTo>
                      <a:pt x="55889" y="31888"/>
                    </a:lnTo>
                    <a:lnTo>
                      <a:pt x="12463" y="88168"/>
                    </a:lnTo>
                    <a:lnTo>
                      <a:pt x="0" y="141496"/>
                    </a:lnTo>
                    <a:lnTo>
                      <a:pt x="1185" y="169135"/>
                    </a:lnTo>
                    <a:lnTo>
                      <a:pt x="13883" y="211514"/>
                    </a:lnTo>
                    <a:lnTo>
                      <a:pt x="24867" y="229969"/>
                    </a:lnTo>
                    <a:lnTo>
                      <a:pt x="29395" y="237943"/>
                    </a:lnTo>
                    <a:lnTo>
                      <a:pt x="29505" y="238137"/>
                    </a:lnTo>
                    <a:lnTo>
                      <a:pt x="31137" y="239921"/>
                    </a:lnTo>
                    <a:lnTo>
                      <a:pt x="26503" y="239921"/>
                    </a:lnTo>
                    <a:lnTo>
                      <a:pt x="19832" y="241571"/>
                    </a:lnTo>
                    <a:lnTo>
                      <a:pt x="12761" y="248631"/>
                    </a:lnTo>
                    <a:lnTo>
                      <a:pt x="11382" y="255228"/>
                    </a:lnTo>
                    <a:lnTo>
                      <a:pt x="11427" y="258664"/>
                    </a:lnTo>
                    <a:lnTo>
                      <a:pt x="11524" y="261195"/>
                    </a:lnTo>
                    <a:lnTo>
                      <a:pt x="11582" y="262728"/>
                    </a:lnTo>
                    <a:lnTo>
                      <a:pt x="15305" y="266446"/>
                    </a:lnTo>
                    <a:lnTo>
                      <a:pt x="20867" y="268655"/>
                    </a:lnTo>
                    <a:lnTo>
                      <a:pt x="26658" y="271282"/>
                    </a:lnTo>
                    <a:lnTo>
                      <a:pt x="34316" y="278438"/>
                    </a:lnTo>
                    <a:lnTo>
                      <a:pt x="39170" y="286925"/>
                    </a:lnTo>
                    <a:lnTo>
                      <a:pt x="44018" y="296662"/>
                    </a:lnTo>
                    <a:lnTo>
                      <a:pt x="51655" y="307573"/>
                    </a:lnTo>
                    <a:lnTo>
                      <a:pt x="72330" y="323235"/>
                    </a:lnTo>
                    <a:lnTo>
                      <a:pt x="92561" y="324590"/>
                    </a:lnTo>
                    <a:lnTo>
                      <a:pt x="110503" y="315240"/>
                    </a:lnTo>
                    <a:lnTo>
                      <a:pt x="82781" y="315240"/>
                    </a:lnTo>
                    <a:lnTo>
                      <a:pt x="65197" y="307573"/>
                    </a:lnTo>
                    <a:lnTo>
                      <a:pt x="49762" y="287104"/>
                    </a:lnTo>
                    <a:lnTo>
                      <a:pt x="45332" y="278438"/>
                    </a:lnTo>
                    <a:lnTo>
                      <a:pt x="39724" y="269976"/>
                    </a:lnTo>
                    <a:lnTo>
                      <a:pt x="31896" y="263012"/>
                    </a:lnTo>
                    <a:lnTo>
                      <a:pt x="20717" y="258664"/>
                    </a:lnTo>
                    <a:lnTo>
                      <a:pt x="24153" y="252289"/>
                    </a:lnTo>
                    <a:lnTo>
                      <a:pt x="29455" y="249316"/>
                    </a:lnTo>
                    <a:lnTo>
                      <a:pt x="55899" y="249316"/>
                    </a:lnTo>
                    <a:lnTo>
                      <a:pt x="51763" y="245348"/>
                    </a:lnTo>
                    <a:lnTo>
                      <a:pt x="46709" y="239921"/>
                    </a:lnTo>
                    <a:lnTo>
                      <a:pt x="42493" y="234994"/>
                    </a:lnTo>
                    <a:lnTo>
                      <a:pt x="20881" y="198458"/>
                    </a:lnTo>
                    <a:lnTo>
                      <a:pt x="11680" y="158675"/>
                    </a:lnTo>
                    <a:lnTo>
                      <a:pt x="14751" y="118284"/>
                    </a:lnTo>
                    <a:lnTo>
                      <a:pt x="29954" y="79925"/>
                    </a:lnTo>
                    <a:lnTo>
                      <a:pt x="57149" y="46235"/>
                    </a:lnTo>
                    <a:lnTo>
                      <a:pt x="100671" y="19681"/>
                    </a:lnTo>
                    <a:lnTo>
                      <a:pt x="150031" y="11060"/>
                    </a:lnTo>
                    <a:lnTo>
                      <a:pt x="204762" y="11060"/>
                    </a:lnTo>
                    <a:lnTo>
                      <a:pt x="199423" y="8376"/>
                    </a:lnTo>
                    <a:lnTo>
                      <a:pt x="160796" y="0"/>
                    </a:lnTo>
                    <a:close/>
                  </a:path>
                  <a:path w="297814" h="325120">
                    <a:moveTo>
                      <a:pt x="126104" y="246075"/>
                    </a:moveTo>
                    <a:lnTo>
                      <a:pt x="115159" y="246075"/>
                    </a:lnTo>
                    <a:lnTo>
                      <a:pt x="117568" y="247468"/>
                    </a:lnTo>
                    <a:lnTo>
                      <a:pt x="115330" y="247468"/>
                    </a:lnTo>
                    <a:lnTo>
                      <a:pt x="116704" y="258664"/>
                    </a:lnTo>
                    <a:lnTo>
                      <a:pt x="116769" y="259196"/>
                    </a:lnTo>
                    <a:lnTo>
                      <a:pt x="120864" y="261971"/>
                    </a:lnTo>
                    <a:lnTo>
                      <a:pt x="124793" y="264084"/>
                    </a:lnTo>
                    <a:lnTo>
                      <a:pt x="127219" y="268082"/>
                    </a:lnTo>
                    <a:lnTo>
                      <a:pt x="126802" y="276513"/>
                    </a:lnTo>
                    <a:lnTo>
                      <a:pt x="100924" y="311005"/>
                    </a:lnTo>
                    <a:lnTo>
                      <a:pt x="82781" y="315240"/>
                    </a:lnTo>
                    <a:lnTo>
                      <a:pt x="110503" y="315240"/>
                    </a:lnTo>
                    <a:lnTo>
                      <a:pt x="111703" y="314614"/>
                    </a:lnTo>
                    <a:lnTo>
                      <a:pt x="129114" y="296280"/>
                    </a:lnTo>
                    <a:lnTo>
                      <a:pt x="162510" y="296280"/>
                    </a:lnTo>
                    <a:lnTo>
                      <a:pt x="202413" y="287352"/>
                    </a:lnTo>
                    <a:lnTo>
                      <a:pt x="206686" y="284973"/>
                    </a:lnTo>
                    <a:lnTo>
                      <a:pt x="134645" y="284973"/>
                    </a:lnTo>
                    <a:lnTo>
                      <a:pt x="135589" y="280286"/>
                    </a:lnTo>
                    <a:lnTo>
                      <a:pt x="137844" y="272376"/>
                    </a:lnTo>
                    <a:lnTo>
                      <a:pt x="140173" y="261971"/>
                    </a:lnTo>
                    <a:lnTo>
                      <a:pt x="140216" y="261778"/>
                    </a:lnTo>
                    <a:lnTo>
                      <a:pt x="136631" y="254290"/>
                    </a:lnTo>
                    <a:lnTo>
                      <a:pt x="136542" y="254106"/>
                    </a:lnTo>
                    <a:lnTo>
                      <a:pt x="128019" y="254106"/>
                    </a:lnTo>
                    <a:lnTo>
                      <a:pt x="125239" y="251370"/>
                    </a:lnTo>
                    <a:lnTo>
                      <a:pt x="126156" y="250422"/>
                    </a:lnTo>
                    <a:lnTo>
                      <a:pt x="126066" y="247468"/>
                    </a:lnTo>
                    <a:lnTo>
                      <a:pt x="117568" y="247468"/>
                    </a:lnTo>
                    <a:lnTo>
                      <a:pt x="115287" y="247122"/>
                    </a:lnTo>
                    <a:lnTo>
                      <a:pt x="126076" y="247122"/>
                    </a:lnTo>
                    <a:lnTo>
                      <a:pt x="126104" y="246075"/>
                    </a:lnTo>
                    <a:close/>
                  </a:path>
                  <a:path w="297814" h="325120">
                    <a:moveTo>
                      <a:pt x="160569" y="296662"/>
                    </a:moveTo>
                    <a:lnTo>
                      <a:pt x="147074" y="296662"/>
                    </a:lnTo>
                    <a:lnTo>
                      <a:pt x="152554" y="296878"/>
                    </a:lnTo>
                    <a:lnTo>
                      <a:pt x="160569" y="296662"/>
                    </a:lnTo>
                    <a:close/>
                  </a:path>
                  <a:path w="297814" h="325120">
                    <a:moveTo>
                      <a:pt x="162510" y="296280"/>
                    </a:moveTo>
                    <a:lnTo>
                      <a:pt x="138444" y="296280"/>
                    </a:lnTo>
                    <a:lnTo>
                      <a:pt x="146664" y="296662"/>
                    </a:lnTo>
                    <a:lnTo>
                      <a:pt x="160804" y="296662"/>
                    </a:lnTo>
                    <a:lnTo>
                      <a:pt x="162510" y="296280"/>
                    </a:lnTo>
                    <a:close/>
                  </a:path>
                  <a:path w="297814" h="325120">
                    <a:moveTo>
                      <a:pt x="204762" y="11060"/>
                    </a:moveTo>
                    <a:lnTo>
                      <a:pt x="150031" y="11060"/>
                    </a:lnTo>
                    <a:lnTo>
                      <a:pt x="199320" y="20350"/>
                    </a:lnTo>
                    <a:lnTo>
                      <a:pt x="242631" y="47532"/>
                    </a:lnTo>
                    <a:lnTo>
                      <a:pt x="269308" y="82557"/>
                    </a:lnTo>
                    <a:lnTo>
                      <a:pt x="283345" y="123111"/>
                    </a:lnTo>
                    <a:lnTo>
                      <a:pt x="284752" y="165641"/>
                    </a:lnTo>
                    <a:lnTo>
                      <a:pt x="273625" y="206273"/>
                    </a:lnTo>
                    <a:lnTo>
                      <a:pt x="273539" y="206590"/>
                    </a:lnTo>
                    <a:lnTo>
                      <a:pt x="249714" y="242404"/>
                    </a:lnTo>
                    <a:lnTo>
                      <a:pt x="213288" y="269529"/>
                    </a:lnTo>
                    <a:lnTo>
                      <a:pt x="176656" y="282723"/>
                    </a:lnTo>
                    <a:lnTo>
                      <a:pt x="157347" y="284973"/>
                    </a:lnTo>
                    <a:lnTo>
                      <a:pt x="206686" y="284973"/>
                    </a:lnTo>
                    <a:lnTo>
                      <a:pt x="267854" y="237455"/>
                    </a:lnTo>
                    <a:lnTo>
                      <a:pt x="288867" y="199173"/>
                    </a:lnTo>
                    <a:lnTo>
                      <a:pt x="297575" y="143906"/>
                    </a:lnTo>
                    <a:lnTo>
                      <a:pt x="294168" y="115691"/>
                    </a:lnTo>
                    <a:lnTo>
                      <a:pt x="280365" y="78168"/>
                    </a:lnTo>
                    <a:lnTo>
                      <a:pt x="233818" y="25667"/>
                    </a:lnTo>
                    <a:lnTo>
                      <a:pt x="204762" y="11060"/>
                    </a:lnTo>
                    <a:close/>
                  </a:path>
                  <a:path w="297814" h="325120">
                    <a:moveTo>
                      <a:pt x="55899" y="249316"/>
                    </a:moveTo>
                    <a:lnTo>
                      <a:pt x="29455" y="249316"/>
                    </a:lnTo>
                    <a:lnTo>
                      <a:pt x="35963" y="249595"/>
                    </a:lnTo>
                    <a:lnTo>
                      <a:pt x="43015" y="252976"/>
                    </a:lnTo>
                    <a:lnTo>
                      <a:pt x="47423" y="256756"/>
                    </a:lnTo>
                    <a:lnTo>
                      <a:pt x="52471" y="261195"/>
                    </a:lnTo>
                    <a:lnTo>
                      <a:pt x="58503" y="264587"/>
                    </a:lnTo>
                    <a:lnTo>
                      <a:pt x="65861" y="265230"/>
                    </a:lnTo>
                    <a:lnTo>
                      <a:pt x="73315" y="255701"/>
                    </a:lnTo>
                    <a:lnTo>
                      <a:pt x="62563" y="255701"/>
                    </a:lnTo>
                    <a:lnTo>
                      <a:pt x="61970" y="254290"/>
                    </a:lnTo>
                    <a:lnTo>
                      <a:pt x="57052" y="250422"/>
                    </a:lnTo>
                    <a:lnTo>
                      <a:pt x="55899" y="249316"/>
                    </a:lnTo>
                    <a:close/>
                  </a:path>
                  <a:path w="297814" h="325120">
                    <a:moveTo>
                      <a:pt x="108374" y="191934"/>
                    </a:moveTo>
                    <a:lnTo>
                      <a:pt x="100479" y="195649"/>
                    </a:lnTo>
                    <a:lnTo>
                      <a:pt x="92259" y="206590"/>
                    </a:lnTo>
                    <a:lnTo>
                      <a:pt x="84251" y="219298"/>
                    </a:lnTo>
                    <a:lnTo>
                      <a:pt x="76558" y="232320"/>
                    </a:lnTo>
                    <a:lnTo>
                      <a:pt x="70115" y="242886"/>
                    </a:lnTo>
                    <a:lnTo>
                      <a:pt x="68044" y="246075"/>
                    </a:lnTo>
                    <a:lnTo>
                      <a:pt x="62563" y="255701"/>
                    </a:lnTo>
                    <a:lnTo>
                      <a:pt x="73315" y="255701"/>
                    </a:lnTo>
                    <a:lnTo>
                      <a:pt x="73685" y="255228"/>
                    </a:lnTo>
                    <a:lnTo>
                      <a:pt x="84416" y="235986"/>
                    </a:lnTo>
                    <a:lnTo>
                      <a:pt x="96108" y="215777"/>
                    </a:lnTo>
                    <a:lnTo>
                      <a:pt x="106815" y="202874"/>
                    </a:lnTo>
                    <a:lnTo>
                      <a:pt x="111720" y="201749"/>
                    </a:lnTo>
                    <a:lnTo>
                      <a:pt x="124568" y="201749"/>
                    </a:lnTo>
                    <a:lnTo>
                      <a:pt x="123202" y="198895"/>
                    </a:lnTo>
                    <a:lnTo>
                      <a:pt x="116515" y="193566"/>
                    </a:lnTo>
                    <a:lnTo>
                      <a:pt x="108374" y="191934"/>
                    </a:lnTo>
                    <a:close/>
                  </a:path>
                  <a:path w="297814" h="325120">
                    <a:moveTo>
                      <a:pt x="124568" y="201749"/>
                    </a:moveTo>
                    <a:lnTo>
                      <a:pt x="111720" y="201749"/>
                    </a:lnTo>
                    <a:lnTo>
                      <a:pt x="115240" y="204436"/>
                    </a:lnTo>
                    <a:lnTo>
                      <a:pt x="116765" y="209060"/>
                    </a:lnTo>
                    <a:lnTo>
                      <a:pt x="115722" y="213569"/>
                    </a:lnTo>
                    <a:lnTo>
                      <a:pt x="115681" y="213747"/>
                    </a:lnTo>
                    <a:lnTo>
                      <a:pt x="112176" y="219298"/>
                    </a:lnTo>
                    <a:lnTo>
                      <a:pt x="109097" y="223640"/>
                    </a:lnTo>
                    <a:lnTo>
                      <a:pt x="103211" y="234158"/>
                    </a:lnTo>
                    <a:lnTo>
                      <a:pt x="94802" y="244012"/>
                    </a:lnTo>
                    <a:lnTo>
                      <a:pt x="115287" y="247122"/>
                    </a:lnTo>
                    <a:lnTo>
                      <a:pt x="115159" y="246075"/>
                    </a:lnTo>
                    <a:lnTo>
                      <a:pt x="126104" y="246075"/>
                    </a:lnTo>
                    <a:lnTo>
                      <a:pt x="113852" y="236365"/>
                    </a:lnTo>
                    <a:lnTo>
                      <a:pt x="113405" y="235986"/>
                    </a:lnTo>
                    <a:lnTo>
                      <a:pt x="113913" y="234994"/>
                    </a:lnTo>
                    <a:lnTo>
                      <a:pt x="118430" y="226921"/>
                    </a:lnTo>
                    <a:lnTo>
                      <a:pt x="123179" y="219955"/>
                    </a:lnTo>
                    <a:lnTo>
                      <a:pt x="126277" y="213747"/>
                    </a:lnTo>
                    <a:lnTo>
                      <a:pt x="126365" y="213569"/>
                    </a:lnTo>
                    <a:lnTo>
                      <a:pt x="126469" y="211514"/>
                    </a:lnTo>
                    <a:lnTo>
                      <a:pt x="126593" y="209060"/>
                    </a:lnTo>
                    <a:lnTo>
                      <a:pt x="126718" y="206590"/>
                    </a:lnTo>
                    <a:lnTo>
                      <a:pt x="126734" y="206273"/>
                    </a:lnTo>
                    <a:lnTo>
                      <a:pt x="124568" y="201749"/>
                    </a:lnTo>
                    <a:close/>
                  </a:path>
                </a:pathLst>
              </a:custGeom>
              <a:solidFill>
                <a:srgbClr val="26262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49" name="object 53">
                <a:extLst>
                  <a:ext uri="{FF2B5EF4-FFF2-40B4-BE49-F238E27FC236}">
                    <a16:creationId xmlns:a16="http://schemas.microsoft.com/office/drawing/2014/main" id="{FAF2BD53-AB05-A021-D34C-EA7A8696D4D7}"/>
                  </a:ext>
                </a:extLst>
              </p:cNvPr>
              <p:cNvSpPr/>
              <p:nvPr/>
            </p:nvSpPr>
            <p:spPr>
              <a:xfrm>
                <a:off x="1683235" y="4691964"/>
                <a:ext cx="33020" cy="32384"/>
              </a:xfrm>
              <a:custGeom>
                <a:avLst/>
                <a:gdLst/>
                <a:ahLst/>
                <a:cxnLst/>
                <a:rect l="l" t="t" r="r" b="b"/>
                <a:pathLst>
                  <a:path w="33019" h="32385">
                    <a:moveTo>
                      <a:pt x="10855" y="0"/>
                    </a:moveTo>
                    <a:lnTo>
                      <a:pt x="1554" y="8224"/>
                    </a:lnTo>
                    <a:lnTo>
                      <a:pt x="0" y="15491"/>
                    </a:lnTo>
                    <a:lnTo>
                      <a:pt x="1427" y="22035"/>
                    </a:lnTo>
                    <a:lnTo>
                      <a:pt x="5054" y="27300"/>
                    </a:lnTo>
                    <a:lnTo>
                      <a:pt x="10099" y="30731"/>
                    </a:lnTo>
                    <a:lnTo>
                      <a:pt x="17522" y="32136"/>
                    </a:lnTo>
                    <a:lnTo>
                      <a:pt x="24051" y="30477"/>
                    </a:lnTo>
                    <a:lnTo>
                      <a:pt x="29177" y="26724"/>
                    </a:lnTo>
                    <a:lnTo>
                      <a:pt x="32387" y="21846"/>
                    </a:lnTo>
                    <a:lnTo>
                      <a:pt x="32412" y="8045"/>
                    </a:lnTo>
                    <a:lnTo>
                      <a:pt x="23188" y="351"/>
                    </a:lnTo>
                    <a:lnTo>
                      <a:pt x="10855" y="0"/>
                    </a:lnTo>
                    <a:close/>
                  </a:path>
                </a:pathLst>
              </a:custGeom>
              <a:solidFill>
                <a:srgbClr val="F5802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2050" name="object 54">
                <a:extLst>
                  <a:ext uri="{FF2B5EF4-FFF2-40B4-BE49-F238E27FC236}">
                    <a16:creationId xmlns:a16="http://schemas.microsoft.com/office/drawing/2014/main" id="{4B9C1C61-D2F8-4777-ED6D-F6537EDFF407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643690" y="4460294"/>
                <a:ext cx="203169" cy="175036"/>
              </a:xfrm>
              <a:prstGeom prst="rect">
                <a:avLst/>
              </a:prstGeom>
            </p:spPr>
          </p:pic>
        </p:grpSp>
        <p:sp>
          <p:nvSpPr>
            <p:cNvPr id="2084" name="TextBox 4">
              <a:extLst>
                <a:ext uri="{FF2B5EF4-FFF2-40B4-BE49-F238E27FC236}">
                  <a16:creationId xmlns:a16="http://schemas.microsoft.com/office/drawing/2014/main" id="{44372FE3-83B7-E800-3AAA-E642A3DF45CA}"/>
                </a:ext>
              </a:extLst>
            </p:cNvPr>
            <p:cNvSpPr txBox="1"/>
            <p:nvPr/>
          </p:nvSpPr>
          <p:spPr>
            <a:xfrm>
              <a:off x="1252629" y="5179945"/>
              <a:ext cx="14365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поміркуй</a:t>
              </a:r>
              <a:endParaRPr lang="uk-UA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93" name="Групувати 2092">
            <a:extLst>
              <a:ext uri="{FF2B5EF4-FFF2-40B4-BE49-F238E27FC236}">
                <a16:creationId xmlns:a16="http://schemas.microsoft.com/office/drawing/2014/main" id="{A4B884A9-3FBF-D977-BDC8-C6FD24654ACE}"/>
              </a:ext>
            </a:extLst>
          </p:cNvPr>
          <p:cNvGrpSpPr/>
          <p:nvPr/>
        </p:nvGrpSpPr>
        <p:grpSpPr>
          <a:xfrm>
            <a:off x="3640325" y="3348698"/>
            <a:ext cx="1785261" cy="2031603"/>
            <a:chOff x="3640325" y="3979338"/>
            <a:chExt cx="1785261" cy="2031603"/>
          </a:xfrm>
        </p:grpSpPr>
        <p:grpSp>
          <p:nvGrpSpPr>
            <p:cNvPr id="33" name="object 21">
              <a:extLst>
                <a:ext uri="{FF2B5EF4-FFF2-40B4-BE49-F238E27FC236}">
                  <a16:creationId xmlns:a16="http://schemas.microsoft.com/office/drawing/2014/main" id="{20C27B35-D835-7971-5416-4BB1F710AFEB}"/>
                </a:ext>
              </a:extLst>
            </p:cNvPr>
            <p:cNvGrpSpPr/>
            <p:nvPr/>
          </p:nvGrpSpPr>
          <p:grpSpPr>
            <a:xfrm>
              <a:off x="4008646" y="3979338"/>
              <a:ext cx="1003068" cy="979530"/>
              <a:chOff x="1576339" y="5156023"/>
              <a:chExt cx="351790" cy="343535"/>
            </a:xfrm>
          </p:grpSpPr>
          <p:sp>
            <p:nvSpPr>
              <p:cNvPr id="34" name="object 22">
                <a:extLst>
                  <a:ext uri="{FF2B5EF4-FFF2-40B4-BE49-F238E27FC236}">
                    <a16:creationId xmlns:a16="http://schemas.microsoft.com/office/drawing/2014/main" id="{95CEE704-78C8-4AA9-127C-FBF483A0C032}"/>
                  </a:ext>
                </a:extLst>
              </p:cNvPr>
              <p:cNvSpPr/>
              <p:nvPr/>
            </p:nvSpPr>
            <p:spPr>
              <a:xfrm>
                <a:off x="1626872" y="5190207"/>
                <a:ext cx="266700" cy="24574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45745">
                    <a:moveTo>
                      <a:pt x="133343" y="0"/>
                    </a:moveTo>
                    <a:lnTo>
                      <a:pt x="81441" y="9640"/>
                    </a:lnTo>
                    <a:lnTo>
                      <a:pt x="39056" y="35931"/>
                    </a:lnTo>
                    <a:lnTo>
                      <a:pt x="10479" y="74925"/>
                    </a:lnTo>
                    <a:lnTo>
                      <a:pt x="0" y="122676"/>
                    </a:lnTo>
                    <a:lnTo>
                      <a:pt x="10479" y="170428"/>
                    </a:lnTo>
                    <a:lnTo>
                      <a:pt x="39056" y="209422"/>
                    </a:lnTo>
                    <a:lnTo>
                      <a:pt x="81441" y="235713"/>
                    </a:lnTo>
                    <a:lnTo>
                      <a:pt x="133343" y="245353"/>
                    </a:lnTo>
                    <a:lnTo>
                      <a:pt x="185248" y="235713"/>
                    </a:lnTo>
                    <a:lnTo>
                      <a:pt x="227632" y="209422"/>
                    </a:lnTo>
                    <a:lnTo>
                      <a:pt x="256208" y="170428"/>
                    </a:lnTo>
                    <a:lnTo>
                      <a:pt x="266687" y="122676"/>
                    </a:lnTo>
                    <a:lnTo>
                      <a:pt x="256208" y="74925"/>
                    </a:lnTo>
                    <a:lnTo>
                      <a:pt x="227632" y="35931"/>
                    </a:lnTo>
                    <a:lnTo>
                      <a:pt x="185248" y="9640"/>
                    </a:lnTo>
                    <a:lnTo>
                      <a:pt x="133343" y="0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23">
                <a:extLst>
                  <a:ext uri="{FF2B5EF4-FFF2-40B4-BE49-F238E27FC236}">
                    <a16:creationId xmlns:a16="http://schemas.microsoft.com/office/drawing/2014/main" id="{96C1864F-8CC5-84E4-3A81-4F6E259E234F}"/>
                  </a:ext>
                </a:extLst>
              </p:cNvPr>
              <p:cNvSpPr/>
              <p:nvPr/>
            </p:nvSpPr>
            <p:spPr>
              <a:xfrm>
                <a:off x="1666201" y="5227049"/>
                <a:ext cx="170815" cy="83185"/>
              </a:xfrm>
              <a:custGeom>
                <a:avLst/>
                <a:gdLst/>
                <a:ahLst/>
                <a:cxnLst/>
                <a:rect l="l" t="t" r="r" b="b"/>
                <a:pathLst>
                  <a:path w="170814" h="83185">
                    <a:moveTo>
                      <a:pt x="63144" y="9982"/>
                    </a:moveTo>
                    <a:lnTo>
                      <a:pt x="58826" y="4419"/>
                    </a:lnTo>
                    <a:lnTo>
                      <a:pt x="50634" y="889"/>
                    </a:lnTo>
                    <a:lnTo>
                      <a:pt x="39649" y="0"/>
                    </a:lnTo>
                    <a:lnTo>
                      <a:pt x="26962" y="2349"/>
                    </a:lnTo>
                    <a:lnTo>
                      <a:pt x="14947" y="7467"/>
                    </a:lnTo>
                    <a:lnTo>
                      <a:pt x="5880" y="13970"/>
                    </a:lnTo>
                    <a:lnTo>
                      <a:pt x="609" y="21018"/>
                    </a:lnTo>
                    <a:lnTo>
                      <a:pt x="0" y="27813"/>
                    </a:lnTo>
                    <a:lnTo>
                      <a:pt x="10134" y="19608"/>
                    </a:lnTo>
                    <a:lnTo>
                      <a:pt x="27127" y="12242"/>
                    </a:lnTo>
                    <a:lnTo>
                      <a:pt x="46342" y="8204"/>
                    </a:lnTo>
                    <a:lnTo>
                      <a:pt x="63144" y="9982"/>
                    </a:lnTo>
                    <a:close/>
                  </a:path>
                  <a:path w="170814" h="83185">
                    <a:moveTo>
                      <a:pt x="64922" y="57505"/>
                    </a:moveTo>
                    <a:lnTo>
                      <a:pt x="57594" y="50177"/>
                    </a:lnTo>
                    <a:lnTo>
                      <a:pt x="48564" y="50177"/>
                    </a:lnTo>
                    <a:lnTo>
                      <a:pt x="39535" y="50177"/>
                    </a:lnTo>
                    <a:lnTo>
                      <a:pt x="32207" y="57505"/>
                    </a:lnTo>
                    <a:lnTo>
                      <a:pt x="32207" y="75565"/>
                    </a:lnTo>
                    <a:lnTo>
                      <a:pt x="39535" y="82892"/>
                    </a:lnTo>
                    <a:lnTo>
                      <a:pt x="57594" y="82892"/>
                    </a:lnTo>
                    <a:lnTo>
                      <a:pt x="64922" y="75565"/>
                    </a:lnTo>
                    <a:lnTo>
                      <a:pt x="64922" y="57505"/>
                    </a:lnTo>
                    <a:close/>
                  </a:path>
                  <a:path w="170814" h="83185">
                    <a:moveTo>
                      <a:pt x="140411" y="57505"/>
                    </a:moveTo>
                    <a:lnTo>
                      <a:pt x="133096" y="50177"/>
                    </a:lnTo>
                    <a:lnTo>
                      <a:pt x="124053" y="50177"/>
                    </a:lnTo>
                    <a:lnTo>
                      <a:pt x="115023" y="50177"/>
                    </a:lnTo>
                    <a:lnTo>
                      <a:pt x="107708" y="57505"/>
                    </a:lnTo>
                    <a:lnTo>
                      <a:pt x="107708" y="75565"/>
                    </a:lnTo>
                    <a:lnTo>
                      <a:pt x="115023" y="82892"/>
                    </a:lnTo>
                    <a:lnTo>
                      <a:pt x="133096" y="82892"/>
                    </a:lnTo>
                    <a:lnTo>
                      <a:pt x="140411" y="75565"/>
                    </a:lnTo>
                    <a:lnTo>
                      <a:pt x="140411" y="57505"/>
                    </a:lnTo>
                    <a:close/>
                  </a:path>
                  <a:path w="170814" h="83185">
                    <a:moveTo>
                      <a:pt x="170535" y="27813"/>
                    </a:moveTo>
                    <a:lnTo>
                      <a:pt x="130898" y="0"/>
                    </a:lnTo>
                    <a:lnTo>
                      <a:pt x="119913" y="889"/>
                    </a:lnTo>
                    <a:lnTo>
                      <a:pt x="111709" y="4419"/>
                    </a:lnTo>
                    <a:lnTo>
                      <a:pt x="107391" y="9982"/>
                    </a:lnTo>
                    <a:lnTo>
                      <a:pt x="124193" y="8204"/>
                    </a:lnTo>
                    <a:lnTo>
                      <a:pt x="143408" y="12242"/>
                    </a:lnTo>
                    <a:lnTo>
                      <a:pt x="160401" y="19608"/>
                    </a:lnTo>
                    <a:lnTo>
                      <a:pt x="170535" y="27813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24">
                <a:extLst>
                  <a:ext uri="{FF2B5EF4-FFF2-40B4-BE49-F238E27FC236}">
                    <a16:creationId xmlns:a16="http://schemas.microsoft.com/office/drawing/2014/main" id="{F537A8A5-23AE-540D-4D67-7CB97814ADEB}"/>
                  </a:ext>
                </a:extLst>
              </p:cNvPr>
              <p:cNvSpPr/>
              <p:nvPr/>
            </p:nvSpPr>
            <p:spPr>
              <a:xfrm>
                <a:off x="1708464" y="5372338"/>
                <a:ext cx="90170" cy="17780"/>
              </a:xfrm>
              <a:custGeom>
                <a:avLst/>
                <a:gdLst/>
                <a:ahLst/>
                <a:cxnLst/>
                <a:rect l="l" t="t" r="r" b="b"/>
                <a:pathLst>
                  <a:path w="90169" h="17779">
                    <a:moveTo>
                      <a:pt x="0" y="0"/>
                    </a:moveTo>
                    <a:lnTo>
                      <a:pt x="22195" y="13583"/>
                    </a:lnTo>
                    <a:lnTo>
                      <a:pt x="46171" y="17442"/>
                    </a:lnTo>
                    <a:lnTo>
                      <a:pt x="69588" y="12579"/>
                    </a:lnTo>
                    <a:lnTo>
                      <a:pt x="90109" y="0"/>
                    </a:lnTo>
                  </a:path>
                </a:pathLst>
              </a:custGeom>
              <a:ln w="7128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25">
                <a:extLst>
                  <a:ext uri="{FF2B5EF4-FFF2-40B4-BE49-F238E27FC236}">
                    <a16:creationId xmlns:a16="http://schemas.microsoft.com/office/drawing/2014/main" id="{B01B7D1D-1FC0-20B8-B19B-9FF080FC00FE}"/>
                  </a:ext>
                </a:extLst>
              </p:cNvPr>
              <p:cNvSpPr/>
              <p:nvPr/>
            </p:nvSpPr>
            <p:spPr>
              <a:xfrm>
                <a:off x="1641094" y="5327113"/>
                <a:ext cx="224154" cy="50165"/>
              </a:xfrm>
              <a:custGeom>
                <a:avLst/>
                <a:gdLst/>
                <a:ahLst/>
                <a:cxnLst/>
                <a:rect l="l" t="t" r="r" b="b"/>
                <a:pathLst>
                  <a:path w="224155" h="50164">
                    <a:moveTo>
                      <a:pt x="49784" y="24892"/>
                    </a:moveTo>
                    <a:lnTo>
                      <a:pt x="47828" y="15201"/>
                    </a:lnTo>
                    <a:lnTo>
                      <a:pt x="42494" y="7289"/>
                    </a:lnTo>
                    <a:lnTo>
                      <a:pt x="34582" y="1955"/>
                    </a:lnTo>
                    <a:lnTo>
                      <a:pt x="24892" y="0"/>
                    </a:lnTo>
                    <a:lnTo>
                      <a:pt x="15201" y="1955"/>
                    </a:lnTo>
                    <a:lnTo>
                      <a:pt x="7289" y="7289"/>
                    </a:lnTo>
                    <a:lnTo>
                      <a:pt x="1955" y="15201"/>
                    </a:lnTo>
                    <a:lnTo>
                      <a:pt x="0" y="24892"/>
                    </a:lnTo>
                    <a:lnTo>
                      <a:pt x="1955" y="34582"/>
                    </a:lnTo>
                    <a:lnTo>
                      <a:pt x="7289" y="42494"/>
                    </a:lnTo>
                    <a:lnTo>
                      <a:pt x="15201" y="47828"/>
                    </a:lnTo>
                    <a:lnTo>
                      <a:pt x="24892" y="49784"/>
                    </a:lnTo>
                    <a:lnTo>
                      <a:pt x="34582" y="47828"/>
                    </a:lnTo>
                    <a:lnTo>
                      <a:pt x="42494" y="42494"/>
                    </a:lnTo>
                    <a:lnTo>
                      <a:pt x="47828" y="34582"/>
                    </a:lnTo>
                    <a:lnTo>
                      <a:pt x="49784" y="24892"/>
                    </a:lnTo>
                    <a:close/>
                  </a:path>
                  <a:path w="224155" h="50164">
                    <a:moveTo>
                      <a:pt x="224015" y="24892"/>
                    </a:moveTo>
                    <a:lnTo>
                      <a:pt x="222059" y="15201"/>
                    </a:lnTo>
                    <a:lnTo>
                      <a:pt x="216725" y="7289"/>
                    </a:lnTo>
                    <a:lnTo>
                      <a:pt x="208813" y="1955"/>
                    </a:lnTo>
                    <a:lnTo>
                      <a:pt x="199123" y="0"/>
                    </a:lnTo>
                    <a:lnTo>
                      <a:pt x="189433" y="1955"/>
                    </a:lnTo>
                    <a:lnTo>
                      <a:pt x="181521" y="7289"/>
                    </a:lnTo>
                    <a:lnTo>
                      <a:pt x="176187" y="15201"/>
                    </a:lnTo>
                    <a:lnTo>
                      <a:pt x="174231" y="24892"/>
                    </a:lnTo>
                    <a:lnTo>
                      <a:pt x="176187" y="34582"/>
                    </a:lnTo>
                    <a:lnTo>
                      <a:pt x="181521" y="42494"/>
                    </a:lnTo>
                    <a:lnTo>
                      <a:pt x="189433" y="47828"/>
                    </a:lnTo>
                    <a:lnTo>
                      <a:pt x="199123" y="49784"/>
                    </a:lnTo>
                    <a:lnTo>
                      <a:pt x="208813" y="47828"/>
                    </a:lnTo>
                    <a:lnTo>
                      <a:pt x="216725" y="42494"/>
                    </a:lnTo>
                    <a:lnTo>
                      <a:pt x="222059" y="34582"/>
                    </a:lnTo>
                    <a:lnTo>
                      <a:pt x="224015" y="24892"/>
                    </a:lnTo>
                    <a:close/>
                  </a:path>
                </a:pathLst>
              </a:custGeom>
              <a:solidFill>
                <a:srgbClr val="F5821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8" name="object 26">
                <a:extLst>
                  <a:ext uri="{FF2B5EF4-FFF2-40B4-BE49-F238E27FC236}">
                    <a16:creationId xmlns:a16="http://schemas.microsoft.com/office/drawing/2014/main" id="{FB3B0BEF-26AA-2BB1-7EFD-01B68BD4A65E}"/>
                  </a:ext>
                </a:extLst>
              </p:cNvPr>
              <p:cNvSpPr/>
              <p:nvPr/>
            </p:nvSpPr>
            <p:spPr>
              <a:xfrm>
                <a:off x="1612920" y="5160944"/>
                <a:ext cx="281940" cy="281940"/>
              </a:xfrm>
              <a:custGeom>
                <a:avLst/>
                <a:gdLst/>
                <a:ahLst/>
                <a:cxnLst/>
                <a:rect l="l" t="t" r="r" b="b"/>
                <a:pathLst>
                  <a:path w="281939" h="281939">
                    <a:moveTo>
                      <a:pt x="140923" y="0"/>
                    </a:moveTo>
                    <a:lnTo>
                      <a:pt x="185466" y="7184"/>
                    </a:lnTo>
                    <a:lnTo>
                      <a:pt x="224152" y="27189"/>
                    </a:lnTo>
                    <a:lnTo>
                      <a:pt x="254659" y="57695"/>
                    </a:lnTo>
                    <a:lnTo>
                      <a:pt x="274665" y="96379"/>
                    </a:lnTo>
                    <a:lnTo>
                      <a:pt x="281850" y="140922"/>
                    </a:lnTo>
                    <a:lnTo>
                      <a:pt x="274665" y="185467"/>
                    </a:lnTo>
                    <a:lnTo>
                      <a:pt x="254659" y="224153"/>
                    </a:lnTo>
                    <a:lnTo>
                      <a:pt x="224152" y="254659"/>
                    </a:lnTo>
                    <a:lnTo>
                      <a:pt x="185466" y="274664"/>
                    </a:lnTo>
                    <a:lnTo>
                      <a:pt x="140923" y="281849"/>
                    </a:lnTo>
                    <a:lnTo>
                      <a:pt x="96380" y="274664"/>
                    </a:lnTo>
                    <a:lnTo>
                      <a:pt x="57695" y="254659"/>
                    </a:lnTo>
                    <a:lnTo>
                      <a:pt x="27189" y="224153"/>
                    </a:lnTo>
                    <a:lnTo>
                      <a:pt x="7184" y="185467"/>
                    </a:lnTo>
                    <a:lnTo>
                      <a:pt x="0" y="140922"/>
                    </a:lnTo>
                    <a:lnTo>
                      <a:pt x="7184" y="96379"/>
                    </a:lnTo>
                    <a:lnTo>
                      <a:pt x="27189" y="57695"/>
                    </a:lnTo>
                    <a:lnTo>
                      <a:pt x="57695" y="27189"/>
                    </a:lnTo>
                    <a:lnTo>
                      <a:pt x="96380" y="7184"/>
                    </a:lnTo>
                    <a:lnTo>
                      <a:pt x="140923" y="0"/>
                    </a:lnTo>
                    <a:close/>
                  </a:path>
                </a:pathLst>
              </a:custGeom>
              <a:ln w="9843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9" name="object 27">
                <a:extLst>
                  <a:ext uri="{FF2B5EF4-FFF2-40B4-BE49-F238E27FC236}">
                    <a16:creationId xmlns:a16="http://schemas.microsoft.com/office/drawing/2014/main" id="{5715176C-49B9-BEDA-F68D-193222062C32}"/>
                  </a:ext>
                </a:extLst>
              </p:cNvPr>
              <p:cNvSpPr/>
              <p:nvPr/>
            </p:nvSpPr>
            <p:spPr>
              <a:xfrm>
                <a:off x="1614837" y="5330700"/>
                <a:ext cx="274955" cy="162560"/>
              </a:xfrm>
              <a:custGeom>
                <a:avLst/>
                <a:gdLst/>
                <a:ahLst/>
                <a:cxnLst/>
                <a:rect l="l" t="t" r="r" b="b"/>
                <a:pathLst>
                  <a:path w="274955" h="162560">
                    <a:moveTo>
                      <a:pt x="227142" y="0"/>
                    </a:moveTo>
                    <a:lnTo>
                      <a:pt x="47422" y="0"/>
                    </a:lnTo>
                    <a:lnTo>
                      <a:pt x="21075" y="12018"/>
                    </a:lnTo>
                    <a:lnTo>
                      <a:pt x="5268" y="42065"/>
                    </a:lnTo>
                    <a:lnTo>
                      <a:pt x="0" y="81125"/>
                    </a:lnTo>
                    <a:lnTo>
                      <a:pt x="5269" y="120186"/>
                    </a:lnTo>
                    <a:lnTo>
                      <a:pt x="21077" y="150232"/>
                    </a:lnTo>
                    <a:lnTo>
                      <a:pt x="47422" y="162251"/>
                    </a:lnTo>
                    <a:lnTo>
                      <a:pt x="227142" y="162251"/>
                    </a:lnTo>
                    <a:lnTo>
                      <a:pt x="253487" y="150232"/>
                    </a:lnTo>
                    <a:lnTo>
                      <a:pt x="269294" y="120186"/>
                    </a:lnTo>
                    <a:lnTo>
                      <a:pt x="274563" y="81125"/>
                    </a:lnTo>
                    <a:lnTo>
                      <a:pt x="269294" y="42065"/>
                    </a:lnTo>
                    <a:lnTo>
                      <a:pt x="253487" y="12018"/>
                    </a:lnTo>
                    <a:lnTo>
                      <a:pt x="227142" y="0"/>
                    </a:lnTo>
                    <a:close/>
                  </a:path>
                </a:pathLst>
              </a:custGeom>
              <a:solidFill>
                <a:srgbClr val="F3818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0" name="object 28">
                <a:extLst>
                  <a:ext uri="{FF2B5EF4-FFF2-40B4-BE49-F238E27FC236}">
                    <a16:creationId xmlns:a16="http://schemas.microsoft.com/office/drawing/2014/main" id="{A4D4443C-B752-F1AF-7D14-4C56A3EB4C88}"/>
                  </a:ext>
                </a:extLst>
              </p:cNvPr>
              <p:cNvSpPr/>
              <p:nvPr/>
            </p:nvSpPr>
            <p:spPr>
              <a:xfrm>
                <a:off x="1614978" y="5330700"/>
                <a:ext cx="273685" cy="133985"/>
              </a:xfrm>
              <a:custGeom>
                <a:avLst/>
                <a:gdLst/>
                <a:ahLst/>
                <a:cxnLst/>
                <a:rect l="l" t="t" r="r" b="b"/>
                <a:pathLst>
                  <a:path w="273685" h="133985">
                    <a:moveTo>
                      <a:pt x="227001" y="0"/>
                    </a:moveTo>
                    <a:lnTo>
                      <a:pt x="47281" y="0"/>
                    </a:lnTo>
                    <a:lnTo>
                      <a:pt x="19801" y="13271"/>
                    </a:lnTo>
                    <a:lnTo>
                      <a:pt x="4041" y="46041"/>
                    </a:lnTo>
                    <a:lnTo>
                      <a:pt x="0" y="87742"/>
                    </a:lnTo>
                    <a:lnTo>
                      <a:pt x="7675" y="127806"/>
                    </a:lnTo>
                    <a:lnTo>
                      <a:pt x="23841" y="130333"/>
                    </a:lnTo>
                    <a:lnTo>
                      <a:pt x="40484" y="132175"/>
                    </a:lnTo>
                    <a:lnTo>
                      <a:pt x="57553" y="133302"/>
                    </a:lnTo>
                    <a:lnTo>
                      <a:pt x="74997" y="133685"/>
                    </a:lnTo>
                    <a:lnTo>
                      <a:pt x="137940" y="128576"/>
                    </a:lnTo>
                    <a:lnTo>
                      <a:pt x="193758" y="114236"/>
                    </a:lnTo>
                    <a:lnTo>
                      <a:pt x="239804" y="92144"/>
                    </a:lnTo>
                    <a:lnTo>
                      <a:pt x="273433" y="63780"/>
                    </a:lnTo>
                    <a:lnTo>
                      <a:pt x="268347" y="39461"/>
                    </a:lnTo>
                    <a:lnTo>
                      <a:pt x="258914" y="19131"/>
                    </a:lnTo>
                    <a:lnTo>
                      <a:pt x="245132" y="5181"/>
                    </a:lnTo>
                    <a:lnTo>
                      <a:pt x="227001" y="0"/>
                    </a:lnTo>
                    <a:close/>
                  </a:path>
                </a:pathLst>
              </a:custGeom>
              <a:solidFill>
                <a:srgbClr val="FBD3D6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9">
                <a:extLst>
                  <a:ext uri="{FF2B5EF4-FFF2-40B4-BE49-F238E27FC236}">
                    <a16:creationId xmlns:a16="http://schemas.microsoft.com/office/drawing/2014/main" id="{3D1CB8BC-66D7-00E6-9D4C-35CB1DF0A23F}"/>
                  </a:ext>
                </a:extLst>
              </p:cNvPr>
              <p:cNvSpPr/>
              <p:nvPr/>
            </p:nvSpPr>
            <p:spPr>
              <a:xfrm>
                <a:off x="1614977" y="5353694"/>
                <a:ext cx="27368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73685" h="111125">
                    <a:moveTo>
                      <a:pt x="198134" y="0"/>
                    </a:moveTo>
                    <a:lnTo>
                      <a:pt x="140613" y="3529"/>
                    </a:lnTo>
                    <a:lnTo>
                      <a:pt x="87516" y="13607"/>
                    </a:lnTo>
                    <a:lnTo>
                      <a:pt x="40209" y="29472"/>
                    </a:lnTo>
                    <a:lnTo>
                      <a:pt x="59" y="50359"/>
                    </a:lnTo>
                    <a:lnTo>
                      <a:pt x="0" y="64637"/>
                    </a:lnTo>
                    <a:lnTo>
                      <a:pt x="1249" y="78734"/>
                    </a:lnTo>
                    <a:lnTo>
                      <a:pt x="40485" y="109182"/>
                    </a:lnTo>
                    <a:lnTo>
                      <a:pt x="74999" y="110691"/>
                    </a:lnTo>
                    <a:lnTo>
                      <a:pt x="137942" y="105583"/>
                    </a:lnTo>
                    <a:lnTo>
                      <a:pt x="193759" y="91242"/>
                    </a:lnTo>
                    <a:lnTo>
                      <a:pt x="239806" y="69151"/>
                    </a:lnTo>
                    <a:lnTo>
                      <a:pt x="273435" y="40787"/>
                    </a:lnTo>
                    <a:lnTo>
                      <a:pt x="271977" y="31030"/>
                    </a:lnTo>
                    <a:lnTo>
                      <a:pt x="231538" y="1174"/>
                    </a:lnTo>
                    <a:lnTo>
                      <a:pt x="198134" y="0"/>
                    </a:lnTo>
                    <a:close/>
                  </a:path>
                </a:pathLst>
              </a:custGeom>
              <a:solidFill>
                <a:srgbClr val="F8ABAD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30">
                <a:extLst>
                  <a:ext uri="{FF2B5EF4-FFF2-40B4-BE49-F238E27FC236}">
                    <a16:creationId xmlns:a16="http://schemas.microsoft.com/office/drawing/2014/main" id="{F2A0FEFB-94D7-65E3-C607-BA8EE2D71183}"/>
                  </a:ext>
                </a:extLst>
              </p:cNvPr>
              <p:cNvSpPr/>
              <p:nvPr/>
            </p:nvSpPr>
            <p:spPr>
              <a:xfrm>
                <a:off x="1614837" y="5330700"/>
                <a:ext cx="274955" cy="162560"/>
              </a:xfrm>
              <a:custGeom>
                <a:avLst/>
                <a:gdLst/>
                <a:ahLst/>
                <a:cxnLst/>
                <a:rect l="l" t="t" r="r" b="b"/>
                <a:pathLst>
                  <a:path w="274955" h="162560">
                    <a:moveTo>
                      <a:pt x="47422" y="0"/>
                    </a:moveTo>
                    <a:lnTo>
                      <a:pt x="227142" y="0"/>
                    </a:lnTo>
                    <a:lnTo>
                      <a:pt x="253487" y="12018"/>
                    </a:lnTo>
                    <a:lnTo>
                      <a:pt x="269294" y="42065"/>
                    </a:lnTo>
                    <a:lnTo>
                      <a:pt x="274563" y="81125"/>
                    </a:lnTo>
                    <a:lnTo>
                      <a:pt x="269294" y="120186"/>
                    </a:lnTo>
                    <a:lnTo>
                      <a:pt x="253487" y="150232"/>
                    </a:lnTo>
                    <a:lnTo>
                      <a:pt x="227142" y="162251"/>
                    </a:lnTo>
                    <a:lnTo>
                      <a:pt x="47422" y="162251"/>
                    </a:lnTo>
                    <a:lnTo>
                      <a:pt x="21077" y="150232"/>
                    </a:lnTo>
                    <a:lnTo>
                      <a:pt x="5269" y="120186"/>
                    </a:lnTo>
                    <a:lnTo>
                      <a:pt x="0" y="81125"/>
                    </a:lnTo>
                    <a:lnTo>
                      <a:pt x="5268" y="42065"/>
                    </a:lnTo>
                    <a:lnTo>
                      <a:pt x="21075" y="12018"/>
                    </a:lnTo>
                    <a:lnTo>
                      <a:pt x="47422" y="0"/>
                    </a:lnTo>
                    <a:close/>
                  </a:path>
                </a:pathLst>
              </a:custGeom>
              <a:ln w="12599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43" name="object 31">
                <a:extLst>
                  <a:ext uri="{FF2B5EF4-FFF2-40B4-BE49-F238E27FC236}">
                    <a16:creationId xmlns:a16="http://schemas.microsoft.com/office/drawing/2014/main" id="{52084CD0-512E-AE9D-E9D2-4FFC08F62B8C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576339" y="5367841"/>
                <a:ext cx="82741" cy="97189"/>
              </a:xfrm>
              <a:prstGeom prst="rect">
                <a:avLst/>
              </a:prstGeom>
            </p:spPr>
          </p:pic>
          <p:pic>
            <p:nvPicPr>
              <p:cNvPr id="44" name="object 32">
                <a:extLst>
                  <a:ext uri="{FF2B5EF4-FFF2-40B4-BE49-F238E27FC236}">
                    <a16:creationId xmlns:a16="http://schemas.microsoft.com/office/drawing/2014/main" id="{5F79F497-E01A-EB0E-4CFC-4CF1CB29806B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845028" y="5367841"/>
                <a:ext cx="82741" cy="97189"/>
              </a:xfrm>
              <a:prstGeom prst="rect">
                <a:avLst/>
              </a:prstGeom>
            </p:spPr>
          </p:pic>
        </p:grpSp>
        <p:sp>
          <p:nvSpPr>
            <p:cNvPr id="2085" name="TextBox 4">
              <a:extLst>
                <a:ext uri="{FF2B5EF4-FFF2-40B4-BE49-F238E27FC236}">
                  <a16:creationId xmlns:a16="http://schemas.microsoft.com/office/drawing/2014/main" id="{2A2A2ED6-9CF1-D5DD-3F75-0615D1F7401C}"/>
                </a:ext>
              </a:extLst>
            </p:cNvPr>
            <p:cNvSpPr txBox="1"/>
            <p:nvPr/>
          </p:nvSpPr>
          <p:spPr>
            <a:xfrm>
              <a:off x="3640325" y="5179944"/>
              <a:ext cx="17852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досліджуй</a:t>
              </a:r>
              <a:r>
                <a:rPr lang="ru-RU" sz="24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ru-RU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медіа</a:t>
              </a:r>
              <a:endParaRPr lang="uk-UA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94" name="Групувати 2093">
            <a:extLst>
              <a:ext uri="{FF2B5EF4-FFF2-40B4-BE49-F238E27FC236}">
                <a16:creationId xmlns:a16="http://schemas.microsoft.com/office/drawing/2014/main" id="{E8F8173E-B44C-71E8-794C-5FC85E680D92}"/>
              </a:ext>
            </a:extLst>
          </p:cNvPr>
          <p:cNvGrpSpPr/>
          <p:nvPr/>
        </p:nvGrpSpPr>
        <p:grpSpPr>
          <a:xfrm>
            <a:off x="6208548" y="3418881"/>
            <a:ext cx="2120279" cy="1961420"/>
            <a:chOff x="6208548" y="4049521"/>
            <a:chExt cx="2120279" cy="1961420"/>
          </a:xfrm>
        </p:grpSpPr>
        <p:grpSp>
          <p:nvGrpSpPr>
            <p:cNvPr id="2064" name="object 67">
              <a:extLst>
                <a:ext uri="{FF2B5EF4-FFF2-40B4-BE49-F238E27FC236}">
                  <a16:creationId xmlns:a16="http://schemas.microsoft.com/office/drawing/2014/main" id="{29C47AA7-EF51-48D9-EE75-23933DAFFE2B}"/>
                </a:ext>
              </a:extLst>
            </p:cNvPr>
            <p:cNvGrpSpPr/>
            <p:nvPr/>
          </p:nvGrpSpPr>
          <p:grpSpPr>
            <a:xfrm>
              <a:off x="6859168" y="4049521"/>
              <a:ext cx="950005" cy="979530"/>
              <a:chOff x="1578292" y="5924749"/>
              <a:chExt cx="347345" cy="358140"/>
            </a:xfrm>
          </p:grpSpPr>
          <p:sp>
            <p:nvSpPr>
              <p:cNvPr id="2065" name="object 68">
                <a:extLst>
                  <a:ext uri="{FF2B5EF4-FFF2-40B4-BE49-F238E27FC236}">
                    <a16:creationId xmlns:a16="http://schemas.microsoft.com/office/drawing/2014/main" id="{AB25FB59-F335-4184-093E-7A9F8EBC06A9}"/>
                  </a:ext>
                </a:extLst>
              </p:cNvPr>
              <p:cNvSpPr/>
              <p:nvPr/>
            </p:nvSpPr>
            <p:spPr>
              <a:xfrm>
                <a:off x="1584149" y="5930605"/>
                <a:ext cx="291465" cy="291465"/>
              </a:xfrm>
              <a:custGeom>
                <a:avLst/>
                <a:gdLst/>
                <a:ahLst/>
                <a:cxnLst/>
                <a:rect l="l" t="t" r="r" b="b"/>
                <a:pathLst>
                  <a:path w="291464" h="291464">
                    <a:moveTo>
                      <a:pt x="145431" y="0"/>
                    </a:moveTo>
                    <a:lnTo>
                      <a:pt x="191397" y="7413"/>
                    </a:lnTo>
                    <a:lnTo>
                      <a:pt x="231318" y="28059"/>
                    </a:lnTo>
                    <a:lnTo>
                      <a:pt x="262800" y="59540"/>
                    </a:lnTo>
                    <a:lnTo>
                      <a:pt x="283447" y="99462"/>
                    </a:lnTo>
                    <a:lnTo>
                      <a:pt x="290861" y="145429"/>
                    </a:lnTo>
                    <a:lnTo>
                      <a:pt x="283447" y="191397"/>
                    </a:lnTo>
                    <a:lnTo>
                      <a:pt x="262800" y="231320"/>
                    </a:lnTo>
                    <a:lnTo>
                      <a:pt x="231318" y="262803"/>
                    </a:lnTo>
                    <a:lnTo>
                      <a:pt x="191397" y="283449"/>
                    </a:lnTo>
                    <a:lnTo>
                      <a:pt x="145431" y="290864"/>
                    </a:lnTo>
                    <a:lnTo>
                      <a:pt x="99463" y="283449"/>
                    </a:lnTo>
                    <a:lnTo>
                      <a:pt x="59541" y="262803"/>
                    </a:lnTo>
                    <a:lnTo>
                      <a:pt x="28059" y="231320"/>
                    </a:lnTo>
                    <a:lnTo>
                      <a:pt x="7414" y="191397"/>
                    </a:lnTo>
                    <a:lnTo>
                      <a:pt x="0" y="145429"/>
                    </a:lnTo>
                    <a:lnTo>
                      <a:pt x="7414" y="99462"/>
                    </a:lnTo>
                    <a:lnTo>
                      <a:pt x="28059" y="59540"/>
                    </a:lnTo>
                    <a:lnTo>
                      <a:pt x="59541" y="28059"/>
                    </a:lnTo>
                    <a:lnTo>
                      <a:pt x="99463" y="7413"/>
                    </a:lnTo>
                    <a:lnTo>
                      <a:pt x="145431" y="0"/>
                    </a:lnTo>
                    <a:close/>
                  </a:path>
                </a:pathLst>
              </a:custGeom>
              <a:ln w="11713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6" name="object 69">
                <a:extLst>
                  <a:ext uri="{FF2B5EF4-FFF2-40B4-BE49-F238E27FC236}">
                    <a16:creationId xmlns:a16="http://schemas.microsoft.com/office/drawing/2014/main" id="{368E7567-6B7A-0326-875B-806DCEAA2D27}"/>
                  </a:ext>
                </a:extLst>
              </p:cNvPr>
              <p:cNvSpPr/>
              <p:nvPr/>
            </p:nvSpPr>
            <p:spPr>
              <a:xfrm>
                <a:off x="1603386" y="5959425"/>
                <a:ext cx="267970" cy="253365"/>
              </a:xfrm>
              <a:custGeom>
                <a:avLst/>
                <a:gdLst/>
                <a:ahLst/>
                <a:cxnLst/>
                <a:rect l="l" t="t" r="r" b="b"/>
                <a:pathLst>
                  <a:path w="267969" h="253364">
                    <a:moveTo>
                      <a:pt x="133934" y="0"/>
                    </a:moveTo>
                    <a:lnTo>
                      <a:pt x="81799" y="9948"/>
                    </a:lnTo>
                    <a:lnTo>
                      <a:pt x="39227" y="37078"/>
                    </a:lnTo>
                    <a:lnTo>
                      <a:pt x="10524" y="77318"/>
                    </a:lnTo>
                    <a:lnTo>
                      <a:pt x="0" y="126593"/>
                    </a:lnTo>
                    <a:lnTo>
                      <a:pt x="10524" y="175872"/>
                    </a:lnTo>
                    <a:lnTo>
                      <a:pt x="39227" y="216112"/>
                    </a:lnTo>
                    <a:lnTo>
                      <a:pt x="81799" y="243243"/>
                    </a:lnTo>
                    <a:lnTo>
                      <a:pt x="133934" y="253192"/>
                    </a:lnTo>
                    <a:lnTo>
                      <a:pt x="186066" y="243243"/>
                    </a:lnTo>
                    <a:lnTo>
                      <a:pt x="228639" y="216112"/>
                    </a:lnTo>
                    <a:lnTo>
                      <a:pt x="257343" y="175872"/>
                    </a:lnTo>
                    <a:lnTo>
                      <a:pt x="267868" y="126593"/>
                    </a:lnTo>
                    <a:lnTo>
                      <a:pt x="257343" y="77318"/>
                    </a:lnTo>
                    <a:lnTo>
                      <a:pt x="228639" y="37078"/>
                    </a:lnTo>
                    <a:lnTo>
                      <a:pt x="186066" y="9948"/>
                    </a:lnTo>
                    <a:lnTo>
                      <a:pt x="133934" y="0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7" name="object 70">
                <a:extLst>
                  <a:ext uri="{FF2B5EF4-FFF2-40B4-BE49-F238E27FC236}">
                    <a16:creationId xmlns:a16="http://schemas.microsoft.com/office/drawing/2014/main" id="{5D46B634-DFAB-47BE-BF44-2A1A6257DCDE}"/>
                  </a:ext>
                </a:extLst>
              </p:cNvPr>
              <p:cNvSpPr/>
              <p:nvPr/>
            </p:nvSpPr>
            <p:spPr>
              <a:xfrm>
                <a:off x="1584149" y="5930605"/>
                <a:ext cx="291465" cy="291465"/>
              </a:xfrm>
              <a:custGeom>
                <a:avLst/>
                <a:gdLst/>
                <a:ahLst/>
                <a:cxnLst/>
                <a:rect l="l" t="t" r="r" b="b"/>
                <a:pathLst>
                  <a:path w="291464" h="291464">
                    <a:moveTo>
                      <a:pt x="145431" y="0"/>
                    </a:moveTo>
                    <a:lnTo>
                      <a:pt x="191397" y="7413"/>
                    </a:lnTo>
                    <a:lnTo>
                      <a:pt x="231318" y="28059"/>
                    </a:lnTo>
                    <a:lnTo>
                      <a:pt x="262800" y="59540"/>
                    </a:lnTo>
                    <a:lnTo>
                      <a:pt x="283447" y="99462"/>
                    </a:lnTo>
                    <a:lnTo>
                      <a:pt x="290861" y="145429"/>
                    </a:lnTo>
                    <a:lnTo>
                      <a:pt x="283447" y="191397"/>
                    </a:lnTo>
                    <a:lnTo>
                      <a:pt x="262800" y="231320"/>
                    </a:lnTo>
                    <a:lnTo>
                      <a:pt x="231318" y="262803"/>
                    </a:lnTo>
                    <a:lnTo>
                      <a:pt x="191397" y="283449"/>
                    </a:lnTo>
                    <a:lnTo>
                      <a:pt x="145431" y="290864"/>
                    </a:lnTo>
                    <a:lnTo>
                      <a:pt x="99463" y="283449"/>
                    </a:lnTo>
                    <a:lnTo>
                      <a:pt x="59541" y="262803"/>
                    </a:lnTo>
                    <a:lnTo>
                      <a:pt x="28059" y="231320"/>
                    </a:lnTo>
                    <a:lnTo>
                      <a:pt x="7414" y="191397"/>
                    </a:lnTo>
                    <a:lnTo>
                      <a:pt x="0" y="145429"/>
                    </a:lnTo>
                    <a:lnTo>
                      <a:pt x="7414" y="99462"/>
                    </a:lnTo>
                    <a:lnTo>
                      <a:pt x="28059" y="59540"/>
                    </a:lnTo>
                    <a:lnTo>
                      <a:pt x="59541" y="28059"/>
                    </a:lnTo>
                    <a:lnTo>
                      <a:pt x="99463" y="7413"/>
                    </a:lnTo>
                    <a:lnTo>
                      <a:pt x="145431" y="0"/>
                    </a:lnTo>
                    <a:close/>
                  </a:path>
                </a:pathLst>
              </a:custGeom>
              <a:ln w="11713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8" name="object 71">
                <a:extLst>
                  <a:ext uri="{FF2B5EF4-FFF2-40B4-BE49-F238E27FC236}">
                    <a16:creationId xmlns:a16="http://schemas.microsoft.com/office/drawing/2014/main" id="{65ACECDB-325F-91C2-0813-AF4E4946CE5F}"/>
                  </a:ext>
                </a:extLst>
              </p:cNvPr>
              <p:cNvSpPr/>
              <p:nvPr/>
            </p:nvSpPr>
            <p:spPr>
              <a:xfrm>
                <a:off x="1646301" y="6000136"/>
                <a:ext cx="193040" cy="100965"/>
              </a:xfrm>
              <a:custGeom>
                <a:avLst/>
                <a:gdLst/>
                <a:ahLst/>
                <a:cxnLst/>
                <a:rect l="l" t="t" r="r" b="b"/>
                <a:pathLst>
                  <a:path w="193039" h="100964">
                    <a:moveTo>
                      <a:pt x="65163" y="10299"/>
                    </a:moveTo>
                    <a:lnTo>
                      <a:pt x="60706" y="4559"/>
                    </a:lnTo>
                    <a:lnTo>
                      <a:pt x="52247" y="927"/>
                    </a:lnTo>
                    <a:lnTo>
                      <a:pt x="40906" y="0"/>
                    </a:lnTo>
                    <a:lnTo>
                      <a:pt x="27813" y="2425"/>
                    </a:lnTo>
                    <a:lnTo>
                      <a:pt x="15430" y="7708"/>
                    </a:lnTo>
                    <a:lnTo>
                      <a:pt x="6070" y="14414"/>
                    </a:lnTo>
                    <a:lnTo>
                      <a:pt x="622" y="21691"/>
                    </a:lnTo>
                    <a:lnTo>
                      <a:pt x="0" y="28702"/>
                    </a:lnTo>
                    <a:lnTo>
                      <a:pt x="10452" y="20243"/>
                    </a:lnTo>
                    <a:lnTo>
                      <a:pt x="27990" y="12649"/>
                    </a:lnTo>
                    <a:lnTo>
                      <a:pt x="47828" y="8483"/>
                    </a:lnTo>
                    <a:lnTo>
                      <a:pt x="65163" y="10299"/>
                    </a:lnTo>
                    <a:close/>
                  </a:path>
                  <a:path w="193039" h="100964">
                    <a:moveTo>
                      <a:pt x="69075" y="74650"/>
                    </a:moveTo>
                    <a:lnTo>
                      <a:pt x="61518" y="67094"/>
                    </a:lnTo>
                    <a:lnTo>
                      <a:pt x="52197" y="67094"/>
                    </a:lnTo>
                    <a:lnTo>
                      <a:pt x="42875" y="67094"/>
                    </a:lnTo>
                    <a:lnTo>
                      <a:pt x="35318" y="74650"/>
                    </a:lnTo>
                    <a:lnTo>
                      <a:pt x="35318" y="93294"/>
                    </a:lnTo>
                    <a:lnTo>
                      <a:pt x="42875" y="100850"/>
                    </a:lnTo>
                    <a:lnTo>
                      <a:pt x="61518" y="100850"/>
                    </a:lnTo>
                    <a:lnTo>
                      <a:pt x="69075" y="93294"/>
                    </a:lnTo>
                    <a:lnTo>
                      <a:pt x="69075" y="74650"/>
                    </a:lnTo>
                    <a:close/>
                  </a:path>
                  <a:path w="193039" h="100964">
                    <a:moveTo>
                      <a:pt x="149186" y="74650"/>
                    </a:moveTo>
                    <a:lnTo>
                      <a:pt x="141630" y="67094"/>
                    </a:lnTo>
                    <a:lnTo>
                      <a:pt x="132308" y="67094"/>
                    </a:lnTo>
                    <a:lnTo>
                      <a:pt x="122986" y="67094"/>
                    </a:lnTo>
                    <a:lnTo>
                      <a:pt x="115430" y="74650"/>
                    </a:lnTo>
                    <a:lnTo>
                      <a:pt x="115430" y="93294"/>
                    </a:lnTo>
                    <a:lnTo>
                      <a:pt x="122986" y="100850"/>
                    </a:lnTo>
                    <a:lnTo>
                      <a:pt x="141630" y="100850"/>
                    </a:lnTo>
                    <a:lnTo>
                      <a:pt x="149186" y="93294"/>
                    </a:lnTo>
                    <a:lnTo>
                      <a:pt x="149186" y="74650"/>
                    </a:lnTo>
                    <a:close/>
                  </a:path>
                  <a:path w="193039" h="100964">
                    <a:moveTo>
                      <a:pt x="192786" y="28702"/>
                    </a:moveTo>
                    <a:lnTo>
                      <a:pt x="164973" y="2425"/>
                    </a:lnTo>
                    <a:lnTo>
                      <a:pt x="151879" y="0"/>
                    </a:lnTo>
                    <a:lnTo>
                      <a:pt x="140538" y="927"/>
                    </a:lnTo>
                    <a:lnTo>
                      <a:pt x="132092" y="4559"/>
                    </a:lnTo>
                    <a:lnTo>
                      <a:pt x="127635" y="10299"/>
                    </a:lnTo>
                    <a:lnTo>
                      <a:pt x="144970" y="8483"/>
                    </a:lnTo>
                    <a:lnTo>
                      <a:pt x="164795" y="12649"/>
                    </a:lnTo>
                    <a:lnTo>
                      <a:pt x="182333" y="20243"/>
                    </a:lnTo>
                    <a:lnTo>
                      <a:pt x="192786" y="28702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69" name="object 72">
                <a:extLst>
                  <a:ext uri="{FF2B5EF4-FFF2-40B4-BE49-F238E27FC236}">
                    <a16:creationId xmlns:a16="http://schemas.microsoft.com/office/drawing/2014/main" id="{6FD15680-E0CE-57AB-D7FD-2AE6A9058FE1}"/>
                  </a:ext>
                </a:extLst>
              </p:cNvPr>
              <p:cNvSpPr/>
              <p:nvPr/>
            </p:nvSpPr>
            <p:spPr>
              <a:xfrm>
                <a:off x="1622577" y="6097444"/>
                <a:ext cx="229870" cy="46355"/>
              </a:xfrm>
              <a:custGeom>
                <a:avLst/>
                <a:gdLst/>
                <a:ahLst/>
                <a:cxnLst/>
                <a:rect l="l" t="t" r="r" b="b"/>
                <a:pathLst>
                  <a:path w="229869" h="46354">
                    <a:moveTo>
                      <a:pt x="45618" y="23177"/>
                    </a:moveTo>
                    <a:lnTo>
                      <a:pt x="43827" y="14147"/>
                    </a:lnTo>
                    <a:lnTo>
                      <a:pt x="38938" y="6781"/>
                    </a:lnTo>
                    <a:lnTo>
                      <a:pt x="31686" y="1816"/>
                    </a:lnTo>
                    <a:lnTo>
                      <a:pt x="22809" y="0"/>
                    </a:lnTo>
                    <a:lnTo>
                      <a:pt x="13931" y="1816"/>
                    </a:lnTo>
                    <a:lnTo>
                      <a:pt x="6680" y="6781"/>
                    </a:lnTo>
                    <a:lnTo>
                      <a:pt x="1790" y="14147"/>
                    </a:lnTo>
                    <a:lnTo>
                      <a:pt x="0" y="23177"/>
                    </a:lnTo>
                    <a:lnTo>
                      <a:pt x="1790" y="32194"/>
                    </a:lnTo>
                    <a:lnTo>
                      <a:pt x="6680" y="39560"/>
                    </a:lnTo>
                    <a:lnTo>
                      <a:pt x="13931" y="44526"/>
                    </a:lnTo>
                    <a:lnTo>
                      <a:pt x="22809" y="46342"/>
                    </a:lnTo>
                    <a:lnTo>
                      <a:pt x="31686" y="44526"/>
                    </a:lnTo>
                    <a:lnTo>
                      <a:pt x="38938" y="39560"/>
                    </a:lnTo>
                    <a:lnTo>
                      <a:pt x="43827" y="32194"/>
                    </a:lnTo>
                    <a:lnTo>
                      <a:pt x="45618" y="23177"/>
                    </a:lnTo>
                    <a:close/>
                  </a:path>
                  <a:path w="229869" h="46354">
                    <a:moveTo>
                      <a:pt x="229501" y="23177"/>
                    </a:moveTo>
                    <a:lnTo>
                      <a:pt x="227711" y="14147"/>
                    </a:lnTo>
                    <a:lnTo>
                      <a:pt x="222821" y="6781"/>
                    </a:lnTo>
                    <a:lnTo>
                      <a:pt x="215569" y="1816"/>
                    </a:lnTo>
                    <a:lnTo>
                      <a:pt x="206692" y="0"/>
                    </a:lnTo>
                    <a:lnTo>
                      <a:pt x="197802" y="1816"/>
                    </a:lnTo>
                    <a:lnTo>
                      <a:pt x="190563" y="6781"/>
                    </a:lnTo>
                    <a:lnTo>
                      <a:pt x="185674" y="14147"/>
                    </a:lnTo>
                    <a:lnTo>
                      <a:pt x="183883" y="23177"/>
                    </a:lnTo>
                    <a:lnTo>
                      <a:pt x="185674" y="32194"/>
                    </a:lnTo>
                    <a:lnTo>
                      <a:pt x="190563" y="39560"/>
                    </a:lnTo>
                    <a:lnTo>
                      <a:pt x="197802" y="44526"/>
                    </a:lnTo>
                    <a:lnTo>
                      <a:pt x="206692" y="46342"/>
                    </a:lnTo>
                    <a:lnTo>
                      <a:pt x="215569" y="44526"/>
                    </a:lnTo>
                    <a:lnTo>
                      <a:pt x="222821" y="39560"/>
                    </a:lnTo>
                    <a:lnTo>
                      <a:pt x="227711" y="32194"/>
                    </a:lnTo>
                    <a:lnTo>
                      <a:pt x="229501" y="23177"/>
                    </a:lnTo>
                    <a:close/>
                  </a:path>
                </a:pathLst>
              </a:custGeom>
              <a:solidFill>
                <a:srgbClr val="F5802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0" name="object 73">
                <a:extLst>
                  <a:ext uri="{FF2B5EF4-FFF2-40B4-BE49-F238E27FC236}">
                    <a16:creationId xmlns:a16="http://schemas.microsoft.com/office/drawing/2014/main" id="{C42C7AE1-1534-6A15-41B0-4E02BEB747C0}"/>
                  </a:ext>
                </a:extLst>
              </p:cNvPr>
              <p:cNvSpPr/>
              <p:nvPr/>
            </p:nvSpPr>
            <p:spPr>
              <a:xfrm>
                <a:off x="1690801" y="6152576"/>
                <a:ext cx="8636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86360" h="25400">
                    <a:moveTo>
                      <a:pt x="0" y="0"/>
                    </a:moveTo>
                    <a:lnTo>
                      <a:pt x="1426" y="13083"/>
                    </a:lnTo>
                    <a:lnTo>
                      <a:pt x="16662" y="23953"/>
                    </a:lnTo>
                    <a:lnTo>
                      <a:pt x="45086" y="25151"/>
                    </a:lnTo>
                    <a:lnTo>
                      <a:pt x="86080" y="9222"/>
                    </a:lnTo>
                  </a:path>
                </a:pathLst>
              </a:custGeom>
              <a:ln w="7382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1" name="object 74">
                <a:extLst>
                  <a:ext uri="{FF2B5EF4-FFF2-40B4-BE49-F238E27FC236}">
                    <a16:creationId xmlns:a16="http://schemas.microsoft.com/office/drawing/2014/main" id="{F464ED68-CDF2-CC5E-21A2-03BD65946732}"/>
                  </a:ext>
                </a:extLst>
              </p:cNvPr>
              <p:cNvSpPr/>
              <p:nvPr/>
            </p:nvSpPr>
            <p:spPr>
              <a:xfrm>
                <a:off x="1839062" y="6144898"/>
                <a:ext cx="81915" cy="69215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69214">
                    <a:moveTo>
                      <a:pt x="73365" y="11270"/>
                    </a:moveTo>
                    <a:lnTo>
                      <a:pt x="77171" y="17448"/>
                    </a:lnTo>
                    <a:lnTo>
                      <a:pt x="81853" y="30164"/>
                    </a:lnTo>
                    <a:lnTo>
                      <a:pt x="81315" y="43235"/>
                    </a:lnTo>
                    <a:lnTo>
                      <a:pt x="75916" y="55150"/>
                    </a:lnTo>
                    <a:lnTo>
                      <a:pt x="66014" y="64400"/>
                    </a:lnTo>
                    <a:lnTo>
                      <a:pt x="53297" y="69081"/>
                    </a:lnTo>
                    <a:lnTo>
                      <a:pt x="40227" y="68544"/>
                    </a:lnTo>
                    <a:lnTo>
                      <a:pt x="28312" y="63145"/>
                    </a:lnTo>
                    <a:lnTo>
                      <a:pt x="19062" y="53242"/>
                    </a:lnTo>
                    <a:lnTo>
                      <a:pt x="15548" y="47536"/>
                    </a:lnTo>
                    <a:lnTo>
                      <a:pt x="13917" y="41205"/>
                    </a:lnTo>
                    <a:lnTo>
                      <a:pt x="13993" y="34965"/>
                    </a:lnTo>
                    <a:lnTo>
                      <a:pt x="6105" y="32722"/>
                    </a:lnTo>
                    <a:lnTo>
                      <a:pt x="734" y="28539"/>
                    </a:lnTo>
                    <a:lnTo>
                      <a:pt x="0" y="23157"/>
                    </a:lnTo>
                    <a:lnTo>
                      <a:pt x="1805" y="15868"/>
                    </a:lnTo>
                    <a:lnTo>
                      <a:pt x="8527" y="9200"/>
                    </a:lnTo>
                    <a:lnTo>
                      <a:pt x="19120" y="3878"/>
                    </a:lnTo>
                    <a:lnTo>
                      <a:pt x="32537" y="627"/>
                    </a:lnTo>
                    <a:lnTo>
                      <a:pt x="40999" y="0"/>
                    </a:lnTo>
                    <a:lnTo>
                      <a:pt x="48856" y="421"/>
                    </a:lnTo>
                    <a:lnTo>
                      <a:pt x="55849" y="1800"/>
                    </a:lnTo>
                    <a:lnTo>
                      <a:pt x="61719" y="4048"/>
                    </a:lnTo>
                    <a:lnTo>
                      <a:pt x="67907" y="6733"/>
                    </a:lnTo>
                    <a:lnTo>
                      <a:pt x="73365" y="11270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2" name="object 75">
                <a:extLst>
                  <a:ext uri="{FF2B5EF4-FFF2-40B4-BE49-F238E27FC236}">
                    <a16:creationId xmlns:a16="http://schemas.microsoft.com/office/drawing/2014/main" id="{86EE6C96-3C26-C873-10F1-5B19331DE5AB}"/>
                  </a:ext>
                </a:extLst>
              </p:cNvPr>
              <p:cNvSpPr/>
              <p:nvPr/>
            </p:nvSpPr>
            <p:spPr>
              <a:xfrm>
                <a:off x="1839062" y="6144898"/>
                <a:ext cx="81915" cy="69215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69214">
                    <a:moveTo>
                      <a:pt x="77171" y="17448"/>
                    </a:moveTo>
                    <a:lnTo>
                      <a:pt x="40999" y="0"/>
                    </a:lnTo>
                    <a:lnTo>
                      <a:pt x="32537" y="627"/>
                    </a:lnTo>
                    <a:lnTo>
                      <a:pt x="19120" y="3878"/>
                    </a:lnTo>
                    <a:lnTo>
                      <a:pt x="8527" y="9200"/>
                    </a:lnTo>
                    <a:lnTo>
                      <a:pt x="1805" y="15868"/>
                    </a:lnTo>
                    <a:lnTo>
                      <a:pt x="0" y="23157"/>
                    </a:lnTo>
                    <a:lnTo>
                      <a:pt x="734" y="28539"/>
                    </a:lnTo>
                    <a:lnTo>
                      <a:pt x="6105" y="32722"/>
                    </a:lnTo>
                    <a:lnTo>
                      <a:pt x="13993" y="34965"/>
                    </a:lnTo>
                    <a:lnTo>
                      <a:pt x="13917" y="41205"/>
                    </a:lnTo>
                    <a:lnTo>
                      <a:pt x="53297" y="69081"/>
                    </a:lnTo>
                    <a:lnTo>
                      <a:pt x="66014" y="64400"/>
                    </a:lnTo>
                    <a:lnTo>
                      <a:pt x="75916" y="55150"/>
                    </a:lnTo>
                    <a:lnTo>
                      <a:pt x="81315" y="43235"/>
                    </a:lnTo>
                    <a:lnTo>
                      <a:pt x="81853" y="30164"/>
                    </a:lnTo>
                    <a:lnTo>
                      <a:pt x="77171" y="17448"/>
                    </a:lnTo>
                    <a:close/>
                  </a:path>
                </a:pathLst>
              </a:custGeom>
              <a:ln w="8783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3" name="object 76">
                <a:extLst>
                  <a:ext uri="{FF2B5EF4-FFF2-40B4-BE49-F238E27FC236}">
                    <a16:creationId xmlns:a16="http://schemas.microsoft.com/office/drawing/2014/main" id="{D5C3CD53-7952-938C-01DA-BEA9180D6861}"/>
                  </a:ext>
                </a:extLst>
              </p:cNvPr>
              <p:cNvSpPr/>
              <p:nvPr/>
            </p:nvSpPr>
            <p:spPr>
              <a:xfrm>
                <a:off x="1583255" y="6170019"/>
                <a:ext cx="81915" cy="69215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69214">
                    <a:moveTo>
                      <a:pt x="8488" y="11269"/>
                    </a:moveTo>
                    <a:lnTo>
                      <a:pt x="4683" y="17447"/>
                    </a:lnTo>
                    <a:lnTo>
                      <a:pt x="0" y="30162"/>
                    </a:lnTo>
                    <a:lnTo>
                      <a:pt x="537" y="43233"/>
                    </a:lnTo>
                    <a:lnTo>
                      <a:pt x="5937" y="55147"/>
                    </a:lnTo>
                    <a:lnTo>
                      <a:pt x="15839" y="64395"/>
                    </a:lnTo>
                    <a:lnTo>
                      <a:pt x="28555" y="69079"/>
                    </a:lnTo>
                    <a:lnTo>
                      <a:pt x="41625" y="68541"/>
                    </a:lnTo>
                    <a:lnTo>
                      <a:pt x="53541" y="63142"/>
                    </a:lnTo>
                    <a:lnTo>
                      <a:pt x="62791" y="53239"/>
                    </a:lnTo>
                    <a:lnTo>
                      <a:pt x="66305" y="47536"/>
                    </a:lnTo>
                    <a:lnTo>
                      <a:pt x="67936" y="41201"/>
                    </a:lnTo>
                    <a:lnTo>
                      <a:pt x="67861" y="34965"/>
                    </a:lnTo>
                    <a:lnTo>
                      <a:pt x="75748" y="32719"/>
                    </a:lnTo>
                    <a:lnTo>
                      <a:pt x="81120" y="28539"/>
                    </a:lnTo>
                    <a:lnTo>
                      <a:pt x="81854" y="23153"/>
                    </a:lnTo>
                    <a:lnTo>
                      <a:pt x="80048" y="15865"/>
                    </a:lnTo>
                    <a:lnTo>
                      <a:pt x="73326" y="9197"/>
                    </a:lnTo>
                    <a:lnTo>
                      <a:pt x="62733" y="3876"/>
                    </a:lnTo>
                    <a:lnTo>
                      <a:pt x="49316" y="627"/>
                    </a:lnTo>
                    <a:lnTo>
                      <a:pt x="40855" y="0"/>
                    </a:lnTo>
                    <a:lnTo>
                      <a:pt x="32997" y="420"/>
                    </a:lnTo>
                    <a:lnTo>
                      <a:pt x="26004" y="1800"/>
                    </a:lnTo>
                    <a:lnTo>
                      <a:pt x="20134" y="4048"/>
                    </a:lnTo>
                    <a:lnTo>
                      <a:pt x="13946" y="6729"/>
                    </a:lnTo>
                    <a:lnTo>
                      <a:pt x="8488" y="11269"/>
                    </a:lnTo>
                    <a:close/>
                  </a:path>
                </a:pathLst>
              </a:custGeom>
              <a:solidFill>
                <a:srgbClr val="FFF2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4" name="object 77">
                <a:extLst>
                  <a:ext uri="{FF2B5EF4-FFF2-40B4-BE49-F238E27FC236}">
                    <a16:creationId xmlns:a16="http://schemas.microsoft.com/office/drawing/2014/main" id="{F0DBC7E6-A99A-F310-6717-1365C7CF9C8F}"/>
                  </a:ext>
                </a:extLst>
              </p:cNvPr>
              <p:cNvSpPr/>
              <p:nvPr/>
            </p:nvSpPr>
            <p:spPr>
              <a:xfrm>
                <a:off x="1583255" y="6170019"/>
                <a:ext cx="81915" cy="69215"/>
              </a:xfrm>
              <a:custGeom>
                <a:avLst/>
                <a:gdLst/>
                <a:ahLst/>
                <a:cxnLst/>
                <a:rect l="l" t="t" r="r" b="b"/>
                <a:pathLst>
                  <a:path w="81914" h="69214">
                    <a:moveTo>
                      <a:pt x="4683" y="17447"/>
                    </a:moveTo>
                    <a:lnTo>
                      <a:pt x="40855" y="0"/>
                    </a:lnTo>
                    <a:lnTo>
                      <a:pt x="49316" y="627"/>
                    </a:lnTo>
                    <a:lnTo>
                      <a:pt x="62733" y="3876"/>
                    </a:lnTo>
                    <a:lnTo>
                      <a:pt x="73326" y="9197"/>
                    </a:lnTo>
                    <a:lnTo>
                      <a:pt x="80048" y="15865"/>
                    </a:lnTo>
                    <a:lnTo>
                      <a:pt x="81854" y="23153"/>
                    </a:lnTo>
                    <a:lnTo>
                      <a:pt x="81120" y="28539"/>
                    </a:lnTo>
                    <a:lnTo>
                      <a:pt x="75748" y="32719"/>
                    </a:lnTo>
                    <a:lnTo>
                      <a:pt x="67861" y="34965"/>
                    </a:lnTo>
                    <a:lnTo>
                      <a:pt x="67936" y="41201"/>
                    </a:lnTo>
                    <a:lnTo>
                      <a:pt x="28555" y="69079"/>
                    </a:lnTo>
                    <a:lnTo>
                      <a:pt x="15839" y="64395"/>
                    </a:lnTo>
                    <a:lnTo>
                      <a:pt x="5937" y="55147"/>
                    </a:lnTo>
                    <a:lnTo>
                      <a:pt x="537" y="43233"/>
                    </a:lnTo>
                    <a:lnTo>
                      <a:pt x="0" y="30162"/>
                    </a:lnTo>
                    <a:lnTo>
                      <a:pt x="4683" y="17447"/>
                    </a:lnTo>
                    <a:close/>
                  </a:path>
                </a:pathLst>
              </a:custGeom>
              <a:ln w="8783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5" name="object 78">
                <a:extLst>
                  <a:ext uri="{FF2B5EF4-FFF2-40B4-BE49-F238E27FC236}">
                    <a16:creationId xmlns:a16="http://schemas.microsoft.com/office/drawing/2014/main" id="{ED3F8D64-FFE7-3D40-A8DF-3680B255AC2C}"/>
                  </a:ext>
                </a:extLst>
              </p:cNvPr>
              <p:cNvSpPr/>
              <p:nvPr/>
            </p:nvSpPr>
            <p:spPr>
              <a:xfrm>
                <a:off x="1788386" y="6173298"/>
                <a:ext cx="81280" cy="81280"/>
              </a:xfrm>
              <a:custGeom>
                <a:avLst/>
                <a:gdLst/>
                <a:ahLst/>
                <a:cxnLst/>
                <a:rect l="l" t="t" r="r" b="b"/>
                <a:pathLst>
                  <a:path w="81280" h="81279">
                    <a:moveTo>
                      <a:pt x="80788" y="0"/>
                    </a:moveTo>
                    <a:lnTo>
                      <a:pt x="0" y="0"/>
                    </a:lnTo>
                    <a:lnTo>
                      <a:pt x="0" y="80791"/>
                    </a:lnTo>
                    <a:lnTo>
                      <a:pt x="80788" y="80791"/>
                    </a:lnTo>
                    <a:lnTo>
                      <a:pt x="80788" y="0"/>
                    </a:lnTo>
                    <a:close/>
                  </a:path>
                </a:pathLst>
              </a:custGeom>
              <a:solidFill>
                <a:srgbClr val="00AEE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6" name="object 79">
                <a:extLst>
                  <a:ext uri="{FF2B5EF4-FFF2-40B4-BE49-F238E27FC236}">
                    <a16:creationId xmlns:a16="http://schemas.microsoft.com/office/drawing/2014/main" id="{D56C4EF8-872F-D296-EB78-3AB1738E5529}"/>
                  </a:ext>
                </a:extLst>
              </p:cNvPr>
              <p:cNvSpPr/>
              <p:nvPr/>
            </p:nvSpPr>
            <p:spPr>
              <a:xfrm>
                <a:off x="1788386" y="6173298"/>
                <a:ext cx="81280" cy="81280"/>
              </a:xfrm>
              <a:custGeom>
                <a:avLst/>
                <a:gdLst/>
                <a:ahLst/>
                <a:cxnLst/>
                <a:rect l="l" t="t" r="r" b="b"/>
                <a:pathLst>
                  <a:path w="81280" h="81279">
                    <a:moveTo>
                      <a:pt x="0" y="0"/>
                    </a:moveTo>
                    <a:lnTo>
                      <a:pt x="80788" y="0"/>
                    </a:lnTo>
                    <a:lnTo>
                      <a:pt x="80788" y="80791"/>
                    </a:lnTo>
                    <a:lnTo>
                      <a:pt x="0" y="80791"/>
                    </a:lnTo>
                    <a:lnTo>
                      <a:pt x="0" y="0"/>
                    </a:lnTo>
                    <a:close/>
                  </a:path>
                </a:pathLst>
              </a:custGeom>
              <a:ln w="12599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7" name="object 80">
                <a:extLst>
                  <a:ext uri="{FF2B5EF4-FFF2-40B4-BE49-F238E27FC236}">
                    <a16:creationId xmlns:a16="http://schemas.microsoft.com/office/drawing/2014/main" id="{430B63E3-A778-58F7-266C-9C60606B7DEF}"/>
                  </a:ext>
                </a:extLst>
              </p:cNvPr>
              <p:cNvSpPr/>
              <p:nvPr/>
            </p:nvSpPr>
            <p:spPr>
              <a:xfrm>
                <a:off x="1629313" y="6195330"/>
                <a:ext cx="81280" cy="81280"/>
              </a:xfrm>
              <a:custGeom>
                <a:avLst/>
                <a:gdLst/>
                <a:ahLst/>
                <a:cxnLst/>
                <a:rect l="l" t="t" r="r" b="b"/>
                <a:pathLst>
                  <a:path w="81280" h="81279">
                    <a:moveTo>
                      <a:pt x="80791" y="0"/>
                    </a:moveTo>
                    <a:lnTo>
                      <a:pt x="0" y="0"/>
                    </a:lnTo>
                    <a:lnTo>
                      <a:pt x="0" y="80787"/>
                    </a:lnTo>
                    <a:lnTo>
                      <a:pt x="80791" y="80787"/>
                    </a:lnTo>
                    <a:lnTo>
                      <a:pt x="80791" y="0"/>
                    </a:lnTo>
                    <a:close/>
                  </a:path>
                </a:pathLst>
              </a:custGeom>
              <a:solidFill>
                <a:srgbClr val="ED1C2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78" name="object 81">
                <a:extLst>
                  <a:ext uri="{FF2B5EF4-FFF2-40B4-BE49-F238E27FC236}">
                    <a16:creationId xmlns:a16="http://schemas.microsoft.com/office/drawing/2014/main" id="{BD68EB11-02A4-E71A-CD86-FDE99D2B4264}"/>
                  </a:ext>
                </a:extLst>
              </p:cNvPr>
              <p:cNvSpPr/>
              <p:nvPr/>
            </p:nvSpPr>
            <p:spPr>
              <a:xfrm>
                <a:off x="1629313" y="6195330"/>
                <a:ext cx="81280" cy="81280"/>
              </a:xfrm>
              <a:custGeom>
                <a:avLst/>
                <a:gdLst/>
                <a:ahLst/>
                <a:cxnLst/>
                <a:rect l="l" t="t" r="r" b="b"/>
                <a:pathLst>
                  <a:path w="81280" h="81279">
                    <a:moveTo>
                      <a:pt x="0" y="0"/>
                    </a:moveTo>
                    <a:lnTo>
                      <a:pt x="80791" y="0"/>
                    </a:lnTo>
                    <a:lnTo>
                      <a:pt x="80791" y="80787"/>
                    </a:lnTo>
                    <a:lnTo>
                      <a:pt x="0" y="80787"/>
                    </a:lnTo>
                    <a:lnTo>
                      <a:pt x="0" y="0"/>
                    </a:lnTo>
                    <a:close/>
                  </a:path>
                </a:pathLst>
              </a:custGeom>
              <a:ln w="12599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86" name="TextBox 4">
              <a:extLst>
                <a:ext uri="{FF2B5EF4-FFF2-40B4-BE49-F238E27FC236}">
                  <a16:creationId xmlns:a16="http://schemas.microsoft.com/office/drawing/2014/main" id="{086588A7-BF39-0902-5F54-968AA5DF9556}"/>
                </a:ext>
              </a:extLst>
            </p:cNvPr>
            <p:cNvSpPr txBox="1"/>
            <p:nvPr/>
          </p:nvSpPr>
          <p:spPr>
            <a:xfrm>
              <a:off x="6208548" y="5179944"/>
              <a:ext cx="212027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склади</a:t>
              </a:r>
              <a:r>
                <a:rPr lang="ru-RU" sz="2400" dirty="0">
                  <a:latin typeface="Arial" panose="020B0604020202020204" pitchFamily="34" charset="0"/>
                  <a:cs typeface="Arial" panose="020B0604020202020204" pitchFamily="34" charset="0"/>
                </a:rPr>
                <a:t> текст, </a:t>
              </a:r>
              <a:r>
                <a:rPr lang="ru-RU" sz="2400" dirty="0" err="1">
                  <a:latin typeface="Arial" panose="020B0604020202020204" pitchFamily="34" charset="0"/>
                  <a:cs typeface="Arial" panose="020B0604020202020204" pitchFamily="34" charset="0"/>
                </a:rPr>
                <a:t>речення</a:t>
              </a:r>
              <a:endParaRPr lang="uk-UA" sz="2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87" name="Прямокутник: округлені кути 2086">
            <a:extLst>
              <a:ext uri="{FF2B5EF4-FFF2-40B4-BE49-F238E27FC236}">
                <a16:creationId xmlns:a16="http://schemas.microsoft.com/office/drawing/2014/main" id="{9BF794F6-8205-4755-1A54-B1CB7FF86DA0}"/>
              </a:ext>
            </a:extLst>
          </p:cNvPr>
          <p:cNvSpPr/>
          <p:nvPr/>
        </p:nvSpPr>
        <p:spPr>
          <a:xfrm>
            <a:off x="162000" y="189000"/>
            <a:ext cx="8820000" cy="6480000"/>
          </a:xfrm>
          <a:prstGeom prst="roundRect">
            <a:avLst>
              <a:gd name="adj" fmla="val 1531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uk-UA"/>
          </a:p>
        </p:txBody>
      </p:sp>
      <p:grpSp>
        <p:nvGrpSpPr>
          <p:cNvPr id="2095" name="Групувати 2094">
            <a:extLst>
              <a:ext uri="{FF2B5EF4-FFF2-40B4-BE49-F238E27FC236}">
                <a16:creationId xmlns:a16="http://schemas.microsoft.com/office/drawing/2014/main" id="{9BF3D613-C66F-5626-734B-D30BCB4ECF18}"/>
              </a:ext>
            </a:extLst>
          </p:cNvPr>
          <p:cNvGrpSpPr/>
          <p:nvPr/>
        </p:nvGrpSpPr>
        <p:grpSpPr>
          <a:xfrm>
            <a:off x="847309" y="5177216"/>
            <a:ext cx="7449383" cy="1446550"/>
            <a:chOff x="386188" y="5177216"/>
            <a:chExt cx="7449383" cy="1446550"/>
          </a:xfrm>
        </p:grpSpPr>
        <p:sp>
          <p:nvSpPr>
            <p:cNvPr id="2096" name="Прямокутник: округлені кути 2095">
              <a:extLst>
                <a:ext uri="{FF2B5EF4-FFF2-40B4-BE49-F238E27FC236}">
                  <a16:creationId xmlns:a16="http://schemas.microsoft.com/office/drawing/2014/main" id="{D7F500CF-7D87-61FB-C9D1-403C8FF98424}"/>
                </a:ext>
              </a:extLst>
            </p:cNvPr>
            <p:cNvSpPr/>
            <p:nvPr/>
          </p:nvSpPr>
          <p:spPr>
            <a:xfrm>
              <a:off x="386188" y="5757280"/>
              <a:ext cx="7449383" cy="638481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2097" name="TextBox 2096">
              <a:extLst>
                <a:ext uri="{FF2B5EF4-FFF2-40B4-BE49-F238E27FC236}">
                  <a16:creationId xmlns:a16="http://schemas.microsoft.com/office/drawing/2014/main" id="{57ACE4F5-C76E-34DC-03A4-0683F034801A}"/>
                </a:ext>
              </a:extLst>
            </p:cNvPr>
            <p:cNvSpPr txBox="1"/>
            <p:nvPr/>
          </p:nvSpPr>
          <p:spPr>
            <a:xfrm>
              <a:off x="399772" y="5177216"/>
              <a:ext cx="551754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uk-UA" sz="8800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!</a:t>
              </a:r>
            </a:p>
          </p:txBody>
        </p:sp>
        <p:sp>
          <p:nvSpPr>
            <p:cNvPr id="2098" name="TextBox 2097">
              <a:extLst>
                <a:ext uri="{FF2B5EF4-FFF2-40B4-BE49-F238E27FC236}">
                  <a16:creationId xmlns:a16="http://schemas.microsoft.com/office/drawing/2014/main" id="{0CEF662C-6164-A649-64F3-CCD49F1CF66A}"/>
                </a:ext>
              </a:extLst>
            </p:cNvPr>
            <p:cNvSpPr txBox="1"/>
            <p:nvPr/>
          </p:nvSpPr>
          <p:spPr>
            <a:xfrm>
              <a:off x="1025833" y="5886369"/>
              <a:ext cx="67525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ru-RU" b="1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Nova" panose="020B0504020202020204" pitchFamily="34" charset="0"/>
                </a:rPr>
                <a:t>Умовні</a:t>
              </a:r>
              <a:r>
                <a:rPr lang="ru-RU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Nova" panose="020B0504020202020204" pitchFamily="34" charset="0"/>
                </a:rPr>
                <a:t> знаки </a:t>
              </a:r>
              <a:r>
                <a:rPr lang="ru-RU" b="1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Nova" panose="020B0504020202020204" pitchFamily="34" charset="0"/>
                </a:rPr>
                <a:t>допоможуть</a:t>
              </a:r>
              <a:r>
                <a:rPr lang="ru-RU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Nova" panose="020B0504020202020204" pitchFamily="34" charset="0"/>
                </a:rPr>
                <a:t> </a:t>
              </a:r>
              <a:r>
                <a:rPr lang="ru-RU" b="1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Nova" panose="020B0504020202020204" pitchFamily="34" charset="0"/>
                </a:rPr>
                <a:t>швидко</a:t>
              </a:r>
              <a:r>
                <a:rPr lang="ru-RU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Nova" panose="020B0504020202020204" pitchFamily="34" charset="0"/>
                </a:rPr>
                <a:t> </a:t>
              </a:r>
              <a:r>
                <a:rPr lang="ru-RU" b="1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Nova" panose="020B0504020202020204" pitchFamily="34" charset="0"/>
                </a:rPr>
                <a:t>орієнтуватися</a:t>
              </a:r>
              <a:r>
                <a:rPr lang="ru-RU" b="1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Nova" panose="020B0504020202020204" pitchFamily="34" charset="0"/>
                </a:rPr>
                <a:t> в </a:t>
              </a:r>
              <a:r>
                <a:rPr lang="ru-RU" b="1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Nova" panose="020B0504020202020204" pitchFamily="34" charset="0"/>
                </a:rPr>
                <a:t>зошиті</a:t>
              </a:r>
              <a:endParaRPr lang="uk-UA" b="1" dirty="0">
                <a:solidFill>
                  <a:schemeClr val="tx2">
                    <a:lumMod val="75000"/>
                    <a:lumOff val="25000"/>
                  </a:schemeClr>
                </a:solidFill>
                <a:latin typeface="Arial Nova" panose="020B05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427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B924-5EE0-CFA0-7AAE-5E31822F8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47E59760-2740-793A-C949-AEE247F73583}"/>
              </a:ext>
            </a:extLst>
          </p:cNvPr>
          <p:cNvGrpSpPr/>
          <p:nvPr/>
        </p:nvGrpSpPr>
        <p:grpSpPr>
          <a:xfrm>
            <a:off x="2866018" y="1581150"/>
            <a:ext cx="5961683" cy="4725785"/>
            <a:chOff x="1181100" y="1674292"/>
            <a:chExt cx="6228694" cy="4937443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2AB4CEDD-FB2B-2D2B-3CFD-7BBC64816D1F}"/>
                </a:ext>
              </a:extLst>
            </p:cNvPr>
            <p:cNvPicPr/>
            <p:nvPr/>
          </p:nvPicPr>
          <p:blipFill>
            <a:blip r:embed="rId2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54011" y="1681912"/>
              <a:ext cx="6155783" cy="4929823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26EEF28F-7BC2-CFDD-63C4-64A5C4A6DB0E}"/>
                </a:ext>
              </a:extLst>
            </p:cNvPr>
            <p:cNvSpPr/>
            <p:nvPr/>
          </p:nvSpPr>
          <p:spPr>
            <a:xfrm>
              <a:off x="1181100" y="1674292"/>
              <a:ext cx="553107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7" name="TextBox 4">
            <a:extLst>
              <a:ext uri="{FF2B5EF4-FFF2-40B4-BE49-F238E27FC236}">
                <a16:creationId xmlns:a16="http://schemas.microsoft.com/office/drawing/2014/main" id="{411C60A0-95EC-1B62-061E-A5DA7951A63A}"/>
              </a:ext>
            </a:extLst>
          </p:cNvPr>
          <p:cNvSpPr txBox="1"/>
          <p:nvPr/>
        </p:nvSpPr>
        <p:spPr>
          <a:xfrm>
            <a:off x="994624" y="408826"/>
            <a:ext cx="7154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Розглянь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уважно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малюнок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, та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розкажи</a:t>
            </a:r>
            <a:endParaRPr lang="uk-UA" sz="240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A00948-DFF7-80A9-04D1-11184734E120}"/>
              </a:ext>
            </a:extLst>
          </p:cNvPr>
          <p:cNvSpPr txBox="1"/>
          <p:nvPr/>
        </p:nvSpPr>
        <p:spPr>
          <a:xfrm>
            <a:off x="343557" y="1317886"/>
            <a:ext cx="33521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>
                <a:latin typeface="Arial" panose="020B0604020202020204" pitchFamily="34" charset="0"/>
                <a:cs typeface="Arial" panose="020B0604020202020204" pitchFamily="34" charset="0"/>
              </a:rPr>
              <a:t>Як можна назвати дітей, які ідуть до школи?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867C7-8863-B304-16A5-6471385E524D}"/>
              </a:ext>
            </a:extLst>
          </p:cNvPr>
          <p:cNvSpPr txBox="1"/>
          <p:nvPr/>
        </p:nvSpPr>
        <p:spPr>
          <a:xfrm>
            <a:off x="309202" y="3444970"/>
            <a:ext cx="26166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>
                <a:latin typeface="Arial" panose="020B0604020202020204" pitchFamily="34" charset="0"/>
                <a:cs typeface="Arial" panose="020B0604020202020204" pitchFamily="34" charset="0"/>
              </a:rPr>
              <a:t>Чому діти ідуть до школи з квітами?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329E5C-47C0-1D5F-098D-29266DA2DDDC}"/>
              </a:ext>
            </a:extLst>
          </p:cNvPr>
          <p:cNvSpPr txBox="1"/>
          <p:nvPr/>
        </p:nvSpPr>
        <p:spPr>
          <a:xfrm>
            <a:off x="343557" y="4508512"/>
            <a:ext cx="20018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>
                <a:latin typeface="Arial" panose="020B0604020202020204" pitchFamily="34" charset="0"/>
                <a:cs typeface="Arial" panose="020B0604020202020204" pitchFamily="34" charset="0"/>
              </a:rPr>
              <a:t>Який настрій у дівчинки?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1C0C2E-156D-B6D2-9621-0820A7A75440}"/>
              </a:ext>
            </a:extLst>
          </p:cNvPr>
          <p:cNvSpPr txBox="1"/>
          <p:nvPr/>
        </p:nvSpPr>
        <p:spPr>
          <a:xfrm>
            <a:off x="330099" y="2381428"/>
            <a:ext cx="27745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>
                <a:latin typeface="Arial" panose="020B0604020202020204" pitchFamily="34" charset="0"/>
                <a:cs typeface="Arial" panose="020B0604020202020204" pitchFamily="34" charset="0"/>
              </a:rPr>
              <a:t>Як ви здогадалися, що вони школярі?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F9DD68-148B-BC48-509A-3AE5C7CD595C}"/>
              </a:ext>
            </a:extLst>
          </p:cNvPr>
          <p:cNvSpPr txBox="1"/>
          <p:nvPr/>
        </p:nvSpPr>
        <p:spPr>
          <a:xfrm>
            <a:off x="343557" y="5572054"/>
            <a:ext cx="23234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>
                <a:latin typeface="Arial" panose="020B0604020202020204" pitchFamily="34" charset="0"/>
                <a:cs typeface="Arial" panose="020B0604020202020204" pitchFamily="34" charset="0"/>
              </a:rPr>
              <a:t>Який настрій сьогодні у тебе?</a:t>
            </a:r>
          </a:p>
        </p:txBody>
      </p:sp>
      <p:sp>
        <p:nvSpPr>
          <p:cNvPr id="13" name="Прямокутник: округлені кути 12">
            <a:extLst>
              <a:ext uri="{FF2B5EF4-FFF2-40B4-BE49-F238E27FC236}">
                <a16:creationId xmlns:a16="http://schemas.microsoft.com/office/drawing/2014/main" id="{32B0EB5D-D32A-645B-02DE-84BC37E87D25}"/>
              </a:ext>
            </a:extLst>
          </p:cNvPr>
          <p:cNvSpPr/>
          <p:nvPr/>
        </p:nvSpPr>
        <p:spPr>
          <a:xfrm>
            <a:off x="162000" y="189000"/>
            <a:ext cx="8820000" cy="6480000"/>
          </a:xfrm>
          <a:prstGeom prst="roundRect">
            <a:avLst>
              <a:gd name="adj" fmla="val 1531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6822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7B6FF4F0-A154-B7DE-296F-FE7B3C8B0ACC}"/>
              </a:ext>
            </a:extLst>
          </p:cNvPr>
          <p:cNvSpPr txBox="1"/>
          <p:nvPr/>
        </p:nvSpPr>
        <p:spPr>
          <a:xfrm>
            <a:off x="1162050" y="370726"/>
            <a:ext cx="68199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Пригадай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правила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сидіння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за партою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під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час письма</a:t>
            </a:r>
            <a:endParaRPr lang="uk-UA" sz="240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0AFC3-4258-5BCB-965F-21AC01067D56}"/>
              </a:ext>
            </a:extLst>
          </p:cNvPr>
          <p:cNvSpPr txBox="1"/>
          <p:nvPr/>
        </p:nvSpPr>
        <p:spPr>
          <a:xfrm>
            <a:off x="99845" y="1483422"/>
            <a:ext cx="28798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Хто з дітей на малюнку сидить правильно за партою? Як ви здогадалися?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11446C-2567-58B5-9D65-041CD3338F5C}"/>
              </a:ext>
            </a:extLst>
          </p:cNvPr>
          <p:cNvSpPr txBox="1"/>
          <p:nvPr/>
        </p:nvSpPr>
        <p:spPr>
          <a:xfrm>
            <a:off x="99845" y="3189342"/>
            <a:ext cx="28798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Що порадите хлопчику, який сидить неправильно? Чому?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6FED2-BE98-3607-0294-54C9B42895B8}"/>
              </a:ext>
            </a:extLst>
          </p:cNvPr>
          <p:cNvSpPr txBox="1"/>
          <p:nvPr/>
        </p:nvSpPr>
        <p:spPr>
          <a:xfrm>
            <a:off x="99845" y="4587486"/>
            <a:ext cx="27537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Розкажи, яких правил сидіння за партою</a:t>
            </a:r>
            <a:b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uk-UA" sz="2000" dirty="0">
                <a:latin typeface="Arial" panose="020B0604020202020204" pitchFamily="34" charset="0"/>
                <a:cs typeface="Arial" panose="020B0604020202020204" pitchFamily="34" charset="0"/>
              </a:rPr>
              <a:t>під час письма дотримуєшся ти?</a:t>
            </a:r>
          </a:p>
        </p:txBody>
      </p:sp>
      <p:grpSp>
        <p:nvGrpSpPr>
          <p:cNvPr id="17" name="Групувати 16">
            <a:extLst>
              <a:ext uri="{FF2B5EF4-FFF2-40B4-BE49-F238E27FC236}">
                <a16:creationId xmlns:a16="http://schemas.microsoft.com/office/drawing/2014/main" id="{A6CC121E-4387-6217-CA32-D42EAE5F5C45}"/>
              </a:ext>
            </a:extLst>
          </p:cNvPr>
          <p:cNvGrpSpPr/>
          <p:nvPr/>
        </p:nvGrpSpPr>
        <p:grpSpPr>
          <a:xfrm>
            <a:off x="3063509" y="1483422"/>
            <a:ext cx="5904000" cy="4274834"/>
            <a:chOff x="3063509" y="1483422"/>
            <a:chExt cx="5904000" cy="4274834"/>
          </a:xfrm>
        </p:grpSpPr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B1C34860-A112-6DFE-8BAD-955B53E9F876}"/>
                </a:ext>
              </a:extLst>
            </p:cNvPr>
            <p:cNvPicPr/>
            <p:nvPr/>
          </p:nvPicPr>
          <p:blipFill>
            <a:blip r:embed="rId2" cstate="print"/>
            <a:srcRect l="-1" r="8055"/>
            <a:stretch>
              <a:fillRect/>
            </a:stretch>
          </p:blipFill>
          <p:spPr>
            <a:xfrm>
              <a:off x="3063509" y="1483422"/>
              <a:ext cx="5904000" cy="4274834"/>
            </a:xfrm>
            <a:prstGeom prst="roundRect">
              <a:avLst>
                <a:gd name="adj" fmla="val 2438"/>
              </a:avLst>
            </a:prstGeom>
            <a:ln>
              <a:solidFill>
                <a:srgbClr val="0070C0"/>
              </a:solidFill>
            </a:ln>
          </p:spPr>
        </p:pic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976A6336-4480-BAFA-0B7D-5BDA273F815E}"/>
                </a:ext>
              </a:extLst>
            </p:cNvPr>
            <p:cNvSpPr/>
            <p:nvPr/>
          </p:nvSpPr>
          <p:spPr>
            <a:xfrm>
              <a:off x="5957446" y="2283205"/>
              <a:ext cx="2493077" cy="728009"/>
            </a:xfrm>
            <a:custGeom>
              <a:avLst/>
              <a:gdLst/>
              <a:ahLst/>
              <a:cxnLst/>
              <a:rect l="l" t="t" r="r" b="b"/>
              <a:pathLst>
                <a:path w="1685290" h="492125">
                  <a:moveTo>
                    <a:pt x="0" y="100068"/>
                  </a:moveTo>
                  <a:lnTo>
                    <a:pt x="1684862" y="100068"/>
                  </a:lnTo>
                </a:path>
                <a:path w="1685290" h="492125">
                  <a:moveTo>
                    <a:pt x="0" y="0"/>
                  </a:moveTo>
                  <a:lnTo>
                    <a:pt x="1684862" y="0"/>
                  </a:lnTo>
                </a:path>
                <a:path w="1685290" h="492125">
                  <a:moveTo>
                    <a:pt x="0" y="246383"/>
                  </a:moveTo>
                  <a:lnTo>
                    <a:pt x="1684862" y="246383"/>
                  </a:lnTo>
                </a:path>
                <a:path w="1685290" h="492125">
                  <a:moveTo>
                    <a:pt x="0" y="392266"/>
                  </a:moveTo>
                  <a:lnTo>
                    <a:pt x="1684862" y="392266"/>
                  </a:lnTo>
                </a:path>
                <a:path w="1685290" h="492125">
                  <a:moveTo>
                    <a:pt x="0" y="492126"/>
                  </a:moveTo>
                  <a:lnTo>
                    <a:pt x="1684862" y="492126"/>
                  </a:lnTo>
                </a:path>
              </a:pathLst>
            </a:custGeom>
            <a:ln w="14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0384667-0F88-0B2E-B1AA-298A8C21E6D5}"/>
                </a:ext>
              </a:extLst>
            </p:cNvPr>
            <p:cNvSpPr/>
            <p:nvPr/>
          </p:nvSpPr>
          <p:spPr>
            <a:xfrm>
              <a:off x="6481927" y="2133220"/>
              <a:ext cx="1447958" cy="1119186"/>
            </a:xfrm>
            <a:custGeom>
              <a:avLst/>
              <a:gdLst/>
              <a:ahLst/>
              <a:cxnLst/>
              <a:rect l="l" t="t" r="r" b="b"/>
              <a:pathLst>
                <a:path w="1079499" h="834389">
                  <a:moveTo>
                    <a:pt x="0" y="834313"/>
                  </a:moveTo>
                  <a:lnTo>
                    <a:pt x="410867" y="0"/>
                  </a:lnTo>
                </a:path>
                <a:path w="1079499" h="834389">
                  <a:moveTo>
                    <a:pt x="668051" y="834313"/>
                  </a:moveTo>
                  <a:lnTo>
                    <a:pt x="1078923" y="0"/>
                  </a:lnTo>
                </a:path>
              </a:pathLst>
            </a:custGeom>
            <a:ln w="14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6">
              <a:extLst>
                <a:ext uri="{FF2B5EF4-FFF2-40B4-BE49-F238E27FC236}">
                  <a16:creationId xmlns:a16="http://schemas.microsoft.com/office/drawing/2014/main" id="{FCD58772-2A2B-77DF-8EEA-F9964D4A519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69218" y="2288303"/>
              <a:ext cx="164264" cy="136222"/>
            </a:xfrm>
            <a:prstGeom prst="rect">
              <a:avLst/>
            </a:prstGeom>
          </p:spPr>
        </p:pic>
        <p:pic>
          <p:nvPicPr>
            <p:cNvPr id="13" name="object 7">
              <a:extLst>
                <a:ext uri="{FF2B5EF4-FFF2-40B4-BE49-F238E27FC236}">
                  <a16:creationId xmlns:a16="http://schemas.microsoft.com/office/drawing/2014/main" id="{7F71EEAF-D1EB-CF15-9DD8-0146C1CCADC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38838" y="2142236"/>
              <a:ext cx="288961" cy="282289"/>
            </a:xfrm>
            <a:prstGeom prst="rect">
              <a:avLst/>
            </a:prstGeom>
          </p:spPr>
        </p:pic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B2B4EEBA-5843-C96B-0D34-012280A0DCC1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11659" y="2122970"/>
              <a:ext cx="473391" cy="302884"/>
            </a:xfrm>
            <a:prstGeom prst="rect">
              <a:avLst/>
            </a:prstGeom>
          </p:spPr>
        </p:pic>
        <p:pic>
          <p:nvPicPr>
            <p:cNvPr id="15" name="object 10">
              <a:extLst>
                <a:ext uri="{FF2B5EF4-FFF2-40B4-BE49-F238E27FC236}">
                  <a16:creationId xmlns:a16="http://schemas.microsoft.com/office/drawing/2014/main" id="{392ACE38-5637-47F2-D188-4E729617227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24306" y="2286381"/>
              <a:ext cx="395547" cy="141320"/>
            </a:xfrm>
            <a:prstGeom prst="rect">
              <a:avLst/>
            </a:prstGeom>
          </p:spPr>
        </p:pic>
        <p:sp>
          <p:nvSpPr>
            <p:cNvPr id="16" name="object 14">
              <a:extLst>
                <a:ext uri="{FF2B5EF4-FFF2-40B4-BE49-F238E27FC236}">
                  <a16:creationId xmlns:a16="http://schemas.microsoft.com/office/drawing/2014/main" id="{3A9B129D-0F01-E9E3-55BF-F11CC0B9804B}"/>
                </a:ext>
              </a:extLst>
            </p:cNvPr>
            <p:cNvSpPr/>
            <p:nvPr/>
          </p:nvSpPr>
          <p:spPr>
            <a:xfrm>
              <a:off x="6210477" y="2874992"/>
              <a:ext cx="988555" cy="136222"/>
            </a:xfrm>
            <a:custGeom>
              <a:avLst/>
              <a:gdLst/>
              <a:ahLst/>
              <a:cxnLst/>
              <a:rect l="l" t="t" r="r" b="b"/>
              <a:pathLst>
                <a:path w="663574" h="91439">
                  <a:moveTo>
                    <a:pt x="107369" y="508"/>
                  </a:moveTo>
                  <a:lnTo>
                    <a:pt x="96479" y="24250"/>
                  </a:lnTo>
                  <a:lnTo>
                    <a:pt x="85658" y="46247"/>
                  </a:lnTo>
                  <a:lnTo>
                    <a:pt x="77475" y="64335"/>
                  </a:lnTo>
                  <a:lnTo>
                    <a:pt x="74498" y="76348"/>
                  </a:lnTo>
                  <a:lnTo>
                    <a:pt x="74872" y="82757"/>
                  </a:lnTo>
                  <a:lnTo>
                    <a:pt x="78684" y="87901"/>
                  </a:lnTo>
                  <a:lnTo>
                    <a:pt x="85070" y="89057"/>
                  </a:lnTo>
                  <a:lnTo>
                    <a:pt x="111612" y="80368"/>
                  </a:lnTo>
                  <a:lnTo>
                    <a:pt x="140463" y="54363"/>
                  </a:lnTo>
                  <a:lnTo>
                    <a:pt x="165249" y="23746"/>
                  </a:lnTo>
                  <a:lnTo>
                    <a:pt x="179595" y="1220"/>
                  </a:lnTo>
                </a:path>
                <a:path w="663574" h="91439">
                  <a:moveTo>
                    <a:pt x="192012" y="72151"/>
                  </a:moveTo>
                  <a:lnTo>
                    <a:pt x="198527" y="66769"/>
                  </a:lnTo>
                  <a:lnTo>
                    <a:pt x="204137" y="61424"/>
                  </a:lnTo>
                  <a:lnTo>
                    <a:pt x="208517" y="56765"/>
                  </a:lnTo>
                  <a:lnTo>
                    <a:pt x="211340" y="53442"/>
                  </a:lnTo>
                </a:path>
                <a:path w="663574" h="91439">
                  <a:moveTo>
                    <a:pt x="180402" y="370"/>
                  </a:moveTo>
                  <a:lnTo>
                    <a:pt x="168710" y="24439"/>
                  </a:lnTo>
                  <a:lnTo>
                    <a:pt x="157786" y="46761"/>
                  </a:lnTo>
                  <a:lnTo>
                    <a:pt x="149821" y="65098"/>
                  </a:lnTo>
                  <a:lnTo>
                    <a:pt x="147005" y="77213"/>
                  </a:lnTo>
                  <a:lnTo>
                    <a:pt x="147383" y="83635"/>
                  </a:lnTo>
                  <a:lnTo>
                    <a:pt x="152214" y="89730"/>
                  </a:lnTo>
                  <a:lnTo>
                    <a:pt x="159280" y="89518"/>
                  </a:lnTo>
                  <a:lnTo>
                    <a:pt x="166267" y="87970"/>
                  </a:lnTo>
                  <a:lnTo>
                    <a:pt x="174387" y="84130"/>
                  </a:lnTo>
                  <a:lnTo>
                    <a:pt x="183137" y="78641"/>
                  </a:lnTo>
                  <a:lnTo>
                    <a:pt x="192012" y="72151"/>
                  </a:lnTo>
                </a:path>
                <a:path w="663574" h="91439">
                  <a:moveTo>
                    <a:pt x="107481" y="1000"/>
                  </a:moveTo>
                  <a:lnTo>
                    <a:pt x="90561" y="26248"/>
                  </a:lnTo>
                  <a:lnTo>
                    <a:pt x="62696" y="62103"/>
                  </a:lnTo>
                  <a:lnTo>
                    <a:pt x="31639" y="87677"/>
                  </a:lnTo>
                  <a:lnTo>
                    <a:pt x="5143" y="82083"/>
                  </a:lnTo>
                  <a:lnTo>
                    <a:pt x="363" y="75863"/>
                  </a:lnTo>
                  <a:lnTo>
                    <a:pt x="0" y="67111"/>
                  </a:lnTo>
                  <a:lnTo>
                    <a:pt x="151" y="61286"/>
                  </a:lnTo>
                </a:path>
                <a:path w="663574" h="91439">
                  <a:moveTo>
                    <a:pt x="307878" y="1692"/>
                  </a:moveTo>
                  <a:lnTo>
                    <a:pt x="296185" y="25762"/>
                  </a:lnTo>
                  <a:lnTo>
                    <a:pt x="285261" y="48084"/>
                  </a:lnTo>
                  <a:lnTo>
                    <a:pt x="277296" y="66422"/>
                  </a:lnTo>
                  <a:lnTo>
                    <a:pt x="274481" y="78538"/>
                  </a:lnTo>
                  <a:lnTo>
                    <a:pt x="274859" y="84956"/>
                  </a:lnTo>
                  <a:lnTo>
                    <a:pt x="279690" y="91051"/>
                  </a:lnTo>
                  <a:lnTo>
                    <a:pt x="286757" y="90839"/>
                  </a:lnTo>
                  <a:lnTo>
                    <a:pt x="295785" y="88479"/>
                  </a:lnTo>
                  <a:lnTo>
                    <a:pt x="306410" y="82735"/>
                  </a:lnTo>
                  <a:lnTo>
                    <a:pt x="317617" y="74904"/>
                  </a:lnTo>
                  <a:lnTo>
                    <a:pt x="328391" y="66283"/>
                  </a:lnTo>
                </a:path>
                <a:path w="663574" h="91439">
                  <a:moveTo>
                    <a:pt x="278672" y="59245"/>
                  </a:moveTo>
                  <a:lnTo>
                    <a:pt x="251337" y="86969"/>
                  </a:lnTo>
                  <a:lnTo>
                    <a:pt x="224917" y="88779"/>
                  </a:lnTo>
                  <a:lnTo>
                    <a:pt x="210952" y="69310"/>
                  </a:lnTo>
                  <a:lnTo>
                    <a:pt x="220978" y="33196"/>
                  </a:lnTo>
                  <a:lnTo>
                    <a:pt x="248824" y="5559"/>
                  </a:lnTo>
                  <a:lnTo>
                    <a:pt x="274662" y="3756"/>
                  </a:lnTo>
                  <a:lnTo>
                    <a:pt x="288081" y="23185"/>
                  </a:lnTo>
                  <a:lnTo>
                    <a:pt x="278672" y="59245"/>
                  </a:lnTo>
                  <a:close/>
                </a:path>
                <a:path w="663574" h="91439">
                  <a:moveTo>
                    <a:pt x="632749" y="1692"/>
                  </a:moveTo>
                  <a:lnTo>
                    <a:pt x="621055" y="25762"/>
                  </a:lnTo>
                  <a:lnTo>
                    <a:pt x="610130" y="48084"/>
                  </a:lnTo>
                  <a:lnTo>
                    <a:pt x="602164" y="66422"/>
                  </a:lnTo>
                  <a:lnTo>
                    <a:pt x="599348" y="78538"/>
                  </a:lnTo>
                  <a:lnTo>
                    <a:pt x="599730" y="84956"/>
                  </a:lnTo>
                  <a:lnTo>
                    <a:pt x="604558" y="91051"/>
                  </a:lnTo>
                  <a:lnTo>
                    <a:pt x="611625" y="90839"/>
                  </a:lnTo>
                  <a:lnTo>
                    <a:pt x="623380" y="87222"/>
                  </a:lnTo>
                  <a:lnTo>
                    <a:pt x="637263" y="78726"/>
                  </a:lnTo>
                  <a:lnTo>
                    <a:pt x="651210" y="67993"/>
                  </a:lnTo>
                  <a:lnTo>
                    <a:pt x="663155" y="57661"/>
                  </a:lnTo>
                </a:path>
                <a:path w="663574" h="91439">
                  <a:moveTo>
                    <a:pt x="603543" y="59245"/>
                  </a:moveTo>
                  <a:lnTo>
                    <a:pt x="576207" y="86969"/>
                  </a:lnTo>
                  <a:lnTo>
                    <a:pt x="549786" y="88779"/>
                  </a:lnTo>
                  <a:lnTo>
                    <a:pt x="535819" y="69310"/>
                  </a:lnTo>
                  <a:lnTo>
                    <a:pt x="545845" y="33196"/>
                  </a:lnTo>
                  <a:lnTo>
                    <a:pt x="573693" y="5559"/>
                  </a:lnTo>
                  <a:lnTo>
                    <a:pt x="599533" y="3756"/>
                  </a:lnTo>
                  <a:lnTo>
                    <a:pt x="612952" y="23185"/>
                  </a:lnTo>
                  <a:lnTo>
                    <a:pt x="603543" y="59245"/>
                  </a:lnTo>
                  <a:close/>
                </a:path>
                <a:path w="663574" h="91439">
                  <a:moveTo>
                    <a:pt x="435023" y="0"/>
                  </a:moveTo>
                  <a:lnTo>
                    <a:pt x="424133" y="23742"/>
                  </a:lnTo>
                  <a:lnTo>
                    <a:pt x="413313" y="45740"/>
                  </a:lnTo>
                  <a:lnTo>
                    <a:pt x="405129" y="63828"/>
                  </a:lnTo>
                  <a:lnTo>
                    <a:pt x="402151" y="75841"/>
                  </a:lnTo>
                  <a:lnTo>
                    <a:pt x="402522" y="82252"/>
                  </a:lnTo>
                  <a:lnTo>
                    <a:pt x="406339" y="87397"/>
                  </a:lnTo>
                  <a:lnTo>
                    <a:pt x="412722" y="88549"/>
                  </a:lnTo>
                  <a:lnTo>
                    <a:pt x="439264" y="79860"/>
                  </a:lnTo>
                  <a:lnTo>
                    <a:pt x="468116" y="53856"/>
                  </a:lnTo>
                  <a:lnTo>
                    <a:pt x="492903" y="23238"/>
                  </a:lnTo>
                  <a:lnTo>
                    <a:pt x="507250" y="713"/>
                  </a:lnTo>
                </a:path>
                <a:path w="663574" h="91439">
                  <a:moveTo>
                    <a:pt x="518147" y="72231"/>
                  </a:moveTo>
                  <a:lnTo>
                    <a:pt x="524441" y="67030"/>
                  </a:lnTo>
                  <a:lnTo>
                    <a:pt x="529863" y="61865"/>
                  </a:lnTo>
                  <a:lnTo>
                    <a:pt x="534095" y="57364"/>
                  </a:lnTo>
                  <a:lnTo>
                    <a:pt x="536823" y="54155"/>
                  </a:lnTo>
                </a:path>
                <a:path w="663574" h="91439">
                  <a:moveTo>
                    <a:pt x="506929" y="2872"/>
                  </a:moveTo>
                  <a:lnTo>
                    <a:pt x="495630" y="26129"/>
                  </a:lnTo>
                  <a:lnTo>
                    <a:pt x="485074" y="47697"/>
                  </a:lnTo>
                  <a:lnTo>
                    <a:pt x="477378" y="65416"/>
                  </a:lnTo>
                  <a:lnTo>
                    <a:pt x="474659" y="77123"/>
                  </a:lnTo>
                  <a:lnTo>
                    <a:pt x="475023" y="83325"/>
                  </a:lnTo>
                  <a:lnTo>
                    <a:pt x="479691" y="89216"/>
                  </a:lnTo>
                  <a:lnTo>
                    <a:pt x="486521" y="89010"/>
                  </a:lnTo>
                  <a:lnTo>
                    <a:pt x="493269" y="87514"/>
                  </a:lnTo>
                  <a:lnTo>
                    <a:pt x="501115" y="83804"/>
                  </a:lnTo>
                  <a:lnTo>
                    <a:pt x="509570" y="78502"/>
                  </a:lnTo>
                  <a:lnTo>
                    <a:pt x="518147" y="72231"/>
                  </a:lnTo>
                </a:path>
                <a:path w="663574" h="91439">
                  <a:moveTo>
                    <a:pt x="435131" y="497"/>
                  </a:moveTo>
                  <a:lnTo>
                    <a:pt x="418214" y="25743"/>
                  </a:lnTo>
                  <a:lnTo>
                    <a:pt x="390350" y="61596"/>
                  </a:lnTo>
                  <a:lnTo>
                    <a:pt x="359293" y="87169"/>
                  </a:lnTo>
                  <a:lnTo>
                    <a:pt x="332798" y="81575"/>
                  </a:lnTo>
                  <a:lnTo>
                    <a:pt x="329658" y="77497"/>
                  </a:lnTo>
                  <a:lnTo>
                    <a:pt x="328642" y="71478"/>
                  </a:lnTo>
                  <a:lnTo>
                    <a:pt x="328366" y="66172"/>
                  </a:lnTo>
                </a:path>
              </a:pathLst>
            </a:custGeom>
            <a:ln w="17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0708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увати 5">
            <a:extLst>
              <a:ext uri="{FF2B5EF4-FFF2-40B4-BE49-F238E27FC236}">
                <a16:creationId xmlns:a16="http://schemas.microsoft.com/office/drawing/2014/main" id="{0D86EA93-5A9D-AE08-20C5-05655E502906}"/>
              </a:ext>
            </a:extLst>
          </p:cNvPr>
          <p:cNvGrpSpPr/>
          <p:nvPr/>
        </p:nvGrpSpPr>
        <p:grpSpPr>
          <a:xfrm>
            <a:off x="2853559" y="1599586"/>
            <a:ext cx="5934236" cy="4704028"/>
            <a:chOff x="1181100" y="1674292"/>
            <a:chExt cx="6228694" cy="4937443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7F1C431-1C5F-485A-5466-CC9CD6C808A6}"/>
                </a:ext>
              </a:extLst>
            </p:cNvPr>
            <p:cNvPicPr/>
            <p:nvPr/>
          </p:nvPicPr>
          <p:blipFill>
            <a:blip r:embed="rId2" cstate="print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254011" y="1681912"/>
              <a:ext cx="6155783" cy="4929823"/>
            </a:xfrm>
            <a:prstGeom prst="roundRect">
              <a:avLst>
                <a:gd name="adj" fmla="val 0"/>
              </a:avLst>
            </a:prstGeom>
          </p:spPr>
        </p:pic>
        <p:sp>
          <p:nvSpPr>
            <p:cNvPr id="5" name="Прямокутник 4">
              <a:extLst>
                <a:ext uri="{FF2B5EF4-FFF2-40B4-BE49-F238E27FC236}">
                  <a16:creationId xmlns:a16="http://schemas.microsoft.com/office/drawing/2014/main" id="{9F0F77FC-12CE-50C5-C87A-F10FBB6D692B}"/>
                </a:ext>
              </a:extLst>
            </p:cNvPr>
            <p:cNvSpPr/>
            <p:nvPr/>
          </p:nvSpPr>
          <p:spPr>
            <a:xfrm>
              <a:off x="1181100" y="1674292"/>
              <a:ext cx="553107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823B0A8-27CD-4BC0-2D79-90CBB64A9D14}"/>
              </a:ext>
            </a:extLst>
          </p:cNvPr>
          <p:cNvSpPr txBox="1"/>
          <p:nvPr/>
        </p:nvSpPr>
        <p:spPr>
          <a:xfrm>
            <a:off x="356205" y="3009197"/>
            <a:ext cx="17403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>
                <a:latin typeface="Arial" panose="020B0604020202020204" pitchFamily="34" charset="0"/>
                <a:cs typeface="Arial" panose="020B0604020202020204" pitchFamily="34" charset="0"/>
              </a:rPr>
              <a:t>Не виходь за контури.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20FD3E-A85F-CEC0-0F27-9230AA438781}"/>
              </a:ext>
            </a:extLst>
          </p:cNvPr>
          <p:cNvSpPr txBox="1"/>
          <p:nvPr/>
        </p:nvSpPr>
        <p:spPr>
          <a:xfrm>
            <a:off x="356205" y="4153573"/>
            <a:ext cx="27745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>
                <a:latin typeface="Arial" panose="020B0604020202020204" pitchFamily="34" charset="0"/>
                <a:cs typeface="Arial" panose="020B0604020202020204" pitchFamily="34" charset="0"/>
              </a:rPr>
              <a:t>Усі лінії малюй в одному напрямку.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FB1838-8D51-CE07-6C93-CC02F38C00D8}"/>
              </a:ext>
            </a:extLst>
          </p:cNvPr>
          <p:cNvSpPr txBox="1"/>
          <p:nvPr/>
        </p:nvSpPr>
        <p:spPr>
          <a:xfrm>
            <a:off x="356205" y="5297949"/>
            <a:ext cx="192979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200" dirty="0">
                <a:latin typeface="Arial" panose="020B0604020202020204" pitchFamily="34" charset="0"/>
                <a:cs typeface="Arial" panose="020B0604020202020204" pitchFamily="34" charset="0"/>
              </a:rPr>
              <a:t>Лінії малюй щільно одна до одної.</a:t>
            </a:r>
          </a:p>
        </p:txBody>
      </p:sp>
      <p:sp>
        <p:nvSpPr>
          <p:cNvPr id="13" name="Прямокутник: округлені кути 12">
            <a:extLst>
              <a:ext uri="{FF2B5EF4-FFF2-40B4-BE49-F238E27FC236}">
                <a16:creationId xmlns:a16="http://schemas.microsoft.com/office/drawing/2014/main" id="{8A88FF55-4DCC-751A-02C9-C27516808636}"/>
              </a:ext>
            </a:extLst>
          </p:cNvPr>
          <p:cNvSpPr/>
          <p:nvPr/>
        </p:nvSpPr>
        <p:spPr>
          <a:xfrm>
            <a:off x="162000" y="189000"/>
            <a:ext cx="8820000" cy="6480000"/>
          </a:xfrm>
          <a:prstGeom prst="roundRect">
            <a:avLst>
              <a:gd name="adj" fmla="val 1531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uk-UA"/>
          </a:p>
        </p:txBody>
      </p:sp>
      <p:grpSp>
        <p:nvGrpSpPr>
          <p:cNvPr id="15" name="Групувати 14">
            <a:extLst>
              <a:ext uri="{FF2B5EF4-FFF2-40B4-BE49-F238E27FC236}">
                <a16:creationId xmlns:a16="http://schemas.microsoft.com/office/drawing/2014/main" id="{C4FBC59C-5B68-837C-46E8-AAFDCB6139A0}"/>
              </a:ext>
            </a:extLst>
          </p:cNvPr>
          <p:cNvGrpSpPr/>
          <p:nvPr/>
        </p:nvGrpSpPr>
        <p:grpSpPr>
          <a:xfrm>
            <a:off x="758101" y="410463"/>
            <a:ext cx="7627798" cy="830997"/>
            <a:chOff x="808882" y="410463"/>
            <a:chExt cx="7627798" cy="830997"/>
          </a:xfrm>
        </p:grpSpPr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ADCAF3F7-413A-BFDE-5CB3-A1DCEE217027}"/>
                </a:ext>
              </a:extLst>
            </p:cNvPr>
            <p:cNvSpPr txBox="1"/>
            <p:nvPr/>
          </p:nvSpPr>
          <p:spPr>
            <a:xfrm>
              <a:off x="1499852" y="410463"/>
              <a:ext cx="693682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ru-RU" sz="24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Розфарбуй</a:t>
              </a:r>
              <a:r>
                <a:rPr lang="ru-RU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. </a:t>
              </a:r>
              <a:r>
                <a:rPr lang="ru-RU" sz="24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Щоб</a:t>
              </a:r>
              <a:r>
                <a:rPr lang="ru-RU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 </a:t>
              </a:r>
              <a:r>
                <a:rPr lang="ru-RU" sz="24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малюнок</a:t>
              </a:r>
              <a:r>
                <a:rPr lang="ru-RU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 </a:t>
              </a:r>
              <a:r>
                <a:rPr lang="ru-RU" sz="24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вийшов</a:t>
              </a:r>
              <a:r>
                <a:rPr lang="ru-RU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 </a:t>
              </a:r>
              <a:r>
                <a:rPr lang="ru-RU" sz="24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акуратним</a:t>
              </a:r>
              <a:r>
                <a:rPr lang="ru-RU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, </a:t>
              </a:r>
              <a:r>
                <a:rPr lang="ru-RU" sz="24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дотримуйся</a:t>
              </a:r>
              <a:r>
                <a:rPr lang="ru-RU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 Black" panose="020B0A04020102020204" pitchFamily="34" charset="0"/>
                </a:rPr>
                <a:t> таких правил:</a:t>
              </a:r>
              <a:endParaRPr lang="uk-UA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endParaRPr>
            </a:p>
          </p:txBody>
        </p:sp>
        <p:pic>
          <p:nvPicPr>
            <p:cNvPr id="14" name="object 82">
              <a:extLst>
                <a:ext uri="{FF2B5EF4-FFF2-40B4-BE49-F238E27FC236}">
                  <a16:creationId xmlns:a16="http://schemas.microsoft.com/office/drawing/2014/main" id="{D4AE1226-8ED5-D5CE-96FE-ABB78512FAC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8882" y="435858"/>
              <a:ext cx="690970" cy="769441"/>
            </a:xfrm>
            <a:prstGeom prst="rect">
              <a:avLst/>
            </a:prstGeom>
          </p:spPr>
        </p:pic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1A98163-0D26-F17A-8955-8D29E6F2A771}"/>
              </a:ext>
            </a:extLst>
          </p:cNvPr>
          <p:cNvSpPr txBox="1"/>
          <p:nvPr/>
        </p:nvSpPr>
        <p:spPr>
          <a:xfrm>
            <a:off x="356205" y="1523590"/>
            <a:ext cx="30243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Тримай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ручку /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олівець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правильно: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трьома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200" dirty="0" err="1">
                <a:latin typeface="Arial" panose="020B0604020202020204" pitchFamily="34" charset="0"/>
                <a:cs typeface="Arial" panose="020B0604020202020204" pitchFamily="34" charset="0"/>
              </a:rPr>
              <a:t>пальцями</a:t>
            </a:r>
            <a:r>
              <a:rPr lang="ru-RU" sz="2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607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CD3B1724-DDE4-27C6-EA57-E0C7DFD5DA26}"/>
              </a:ext>
            </a:extLst>
          </p:cNvPr>
          <p:cNvSpPr txBox="1"/>
          <p:nvPr/>
        </p:nvSpPr>
        <p:spPr>
          <a:xfrm>
            <a:off x="2404940" y="408826"/>
            <a:ext cx="4334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Пальчикова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гімнастика</a:t>
            </a:r>
            <a:endParaRPr lang="uk-UA" sz="240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72104-94B1-C663-078E-08B9EE9EC0AE}"/>
              </a:ext>
            </a:extLst>
          </p:cNvPr>
          <p:cNvSpPr txBox="1"/>
          <p:nvPr/>
        </p:nvSpPr>
        <p:spPr>
          <a:xfrm>
            <a:off x="504496" y="2313612"/>
            <a:ext cx="42251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800" dirty="0">
                <a:latin typeface="Arial" panose="020B0604020202020204" pitchFamily="34" charset="0"/>
                <a:cs typeface="Arial" panose="020B0604020202020204" pitchFamily="34" charset="0"/>
              </a:rPr>
              <a:t>Зранку всі чудові квіти</a:t>
            </a:r>
          </a:p>
          <a:p>
            <a:r>
              <a:rPr lang="uk-UA" sz="2800" dirty="0">
                <a:latin typeface="Arial" panose="020B0604020202020204" pitchFamily="34" charset="0"/>
                <a:cs typeface="Arial" panose="020B0604020202020204" pitchFamily="34" charset="0"/>
              </a:rPr>
              <a:t>Весело розкрились</a:t>
            </a:r>
          </a:p>
          <a:p>
            <a:r>
              <a:rPr lang="uk-UA" sz="2800" dirty="0">
                <a:latin typeface="Arial" panose="020B0604020202020204" pitchFamily="34" charset="0"/>
                <a:cs typeface="Arial" panose="020B0604020202020204" pitchFamily="34" charset="0"/>
              </a:rPr>
              <a:t>І до сонця потягнулись,</a:t>
            </a:r>
          </a:p>
          <a:p>
            <a:r>
              <a:rPr lang="uk-UA" sz="2800" dirty="0">
                <a:latin typeface="Arial" panose="020B0604020202020204" pitchFamily="34" charset="0"/>
                <a:cs typeface="Arial" panose="020B0604020202020204" pitchFamily="34" charset="0"/>
              </a:rPr>
              <a:t>І росою </a:t>
            </a:r>
            <a:r>
              <a:rPr lang="uk-UA" sz="2800" dirty="0" err="1">
                <a:latin typeface="Arial" panose="020B0604020202020204" pitchFamily="34" charset="0"/>
                <a:cs typeface="Arial" panose="020B0604020202020204" pitchFamily="34" charset="0"/>
              </a:rPr>
              <a:t>вмились</a:t>
            </a:r>
            <a:r>
              <a:rPr lang="uk-UA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89EC7-63AB-ADF6-220B-45A2D23935C1}"/>
              </a:ext>
            </a:extLst>
          </p:cNvPr>
          <p:cNvSpPr txBox="1"/>
          <p:nvPr/>
        </p:nvSpPr>
        <p:spPr>
          <a:xfrm>
            <a:off x="1718441" y="1757329"/>
            <a:ext cx="12297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2400" b="1" dirty="0"/>
              <a:t>КВІТИ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7BEB6D-0E77-1953-5BCA-49D19CFF007F}"/>
              </a:ext>
            </a:extLst>
          </p:cNvPr>
          <p:cNvSpPr txBox="1"/>
          <p:nvPr/>
        </p:nvSpPr>
        <p:spPr>
          <a:xfrm>
            <a:off x="504496" y="4649285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Тильний бік долоні лежить на столі,</a:t>
            </a:r>
          </a:p>
          <a:p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пальці зібрані в жменю, потім долоня</a:t>
            </a:r>
          </a:p>
          <a:p>
            <a:r>
              <a:rPr lang="uk-UA" dirty="0">
                <a:latin typeface="Arial" panose="020B0604020202020204" pitchFamily="34" charset="0"/>
                <a:cs typeface="Arial" panose="020B0604020202020204" pitchFamily="34" charset="0"/>
              </a:rPr>
              <a:t>розкривається, пальці розходяться.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1EB5BB6-AA7D-BA3F-CA31-C2F87B9332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l="13658" r="20855"/>
          <a:stretch>
            <a:fillRect/>
          </a:stretch>
        </p:blipFill>
        <p:spPr>
          <a:xfrm>
            <a:off x="5426291" y="1629662"/>
            <a:ext cx="3008261" cy="4004472"/>
          </a:xfrm>
          <a:prstGeom prst="rect">
            <a:avLst/>
          </a:prstGeom>
        </p:spPr>
      </p:pic>
      <p:sp>
        <p:nvSpPr>
          <p:cNvPr id="12" name="Прямокутник: округлені кути 11">
            <a:extLst>
              <a:ext uri="{FF2B5EF4-FFF2-40B4-BE49-F238E27FC236}">
                <a16:creationId xmlns:a16="http://schemas.microsoft.com/office/drawing/2014/main" id="{8A88FF55-4DCC-751A-02C9-C27516808636}"/>
              </a:ext>
            </a:extLst>
          </p:cNvPr>
          <p:cNvSpPr/>
          <p:nvPr/>
        </p:nvSpPr>
        <p:spPr>
          <a:xfrm>
            <a:off x="162000" y="189000"/>
            <a:ext cx="8820000" cy="6480000"/>
          </a:xfrm>
          <a:prstGeom prst="roundRect">
            <a:avLst>
              <a:gd name="adj" fmla="val 1531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743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3">
            <a:extLst>
              <a:ext uri="{FF2B5EF4-FFF2-40B4-BE49-F238E27FC236}">
                <a16:creationId xmlns:a16="http://schemas.microsoft.com/office/drawing/2014/main" id="{0037890E-9D1C-9684-510D-D614BCB49CCF}"/>
              </a:ext>
            </a:extLst>
          </p:cNvPr>
          <p:cNvGrpSpPr/>
          <p:nvPr/>
        </p:nvGrpSpPr>
        <p:grpSpPr>
          <a:xfrm>
            <a:off x="501546" y="588949"/>
            <a:ext cx="982655" cy="925119"/>
            <a:chOff x="1546044" y="1365641"/>
            <a:chExt cx="412115" cy="387985"/>
          </a:xfrm>
        </p:grpSpPr>
        <p:sp>
          <p:nvSpPr>
            <p:cNvPr id="7" name="object 34">
              <a:extLst>
                <a:ext uri="{FF2B5EF4-FFF2-40B4-BE49-F238E27FC236}">
                  <a16:creationId xmlns:a16="http://schemas.microsoft.com/office/drawing/2014/main" id="{D03ED8CF-9455-F75F-DD53-BEEA77F21A82}"/>
                </a:ext>
              </a:extLst>
            </p:cNvPr>
            <p:cNvSpPr/>
            <p:nvPr/>
          </p:nvSpPr>
          <p:spPr>
            <a:xfrm>
              <a:off x="1611141" y="1371317"/>
              <a:ext cx="281940" cy="281940"/>
            </a:xfrm>
            <a:custGeom>
              <a:avLst/>
              <a:gdLst/>
              <a:ahLst/>
              <a:cxnLst/>
              <a:rect l="l" t="t" r="r" b="b"/>
              <a:pathLst>
                <a:path w="281939" h="281939">
                  <a:moveTo>
                    <a:pt x="140926" y="0"/>
                  </a:moveTo>
                  <a:lnTo>
                    <a:pt x="185468" y="7184"/>
                  </a:lnTo>
                  <a:lnTo>
                    <a:pt x="224153" y="27190"/>
                  </a:lnTo>
                  <a:lnTo>
                    <a:pt x="254659" y="57695"/>
                  </a:lnTo>
                  <a:lnTo>
                    <a:pt x="274664" y="96380"/>
                  </a:lnTo>
                  <a:lnTo>
                    <a:pt x="281849" y="140923"/>
                  </a:lnTo>
                  <a:lnTo>
                    <a:pt x="274664" y="185467"/>
                  </a:lnTo>
                  <a:lnTo>
                    <a:pt x="254659" y="224152"/>
                  </a:lnTo>
                  <a:lnTo>
                    <a:pt x="224153" y="254659"/>
                  </a:lnTo>
                  <a:lnTo>
                    <a:pt x="185468" y="274665"/>
                  </a:lnTo>
                  <a:lnTo>
                    <a:pt x="140926" y="281849"/>
                  </a:lnTo>
                  <a:lnTo>
                    <a:pt x="96382" y="274665"/>
                  </a:lnTo>
                  <a:lnTo>
                    <a:pt x="57696" y="254659"/>
                  </a:lnTo>
                  <a:lnTo>
                    <a:pt x="27190" y="224152"/>
                  </a:lnTo>
                  <a:lnTo>
                    <a:pt x="7184" y="185467"/>
                  </a:lnTo>
                  <a:lnTo>
                    <a:pt x="0" y="140923"/>
                  </a:lnTo>
                  <a:lnTo>
                    <a:pt x="7184" y="96380"/>
                  </a:lnTo>
                  <a:lnTo>
                    <a:pt x="27190" y="57695"/>
                  </a:lnTo>
                  <a:lnTo>
                    <a:pt x="57696" y="27190"/>
                  </a:lnTo>
                  <a:lnTo>
                    <a:pt x="96382" y="7184"/>
                  </a:lnTo>
                  <a:lnTo>
                    <a:pt x="140926" y="0"/>
                  </a:lnTo>
                  <a:close/>
                </a:path>
              </a:pathLst>
            </a:custGeom>
            <a:ln w="1135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35">
              <a:extLst>
                <a:ext uri="{FF2B5EF4-FFF2-40B4-BE49-F238E27FC236}">
                  <a16:creationId xmlns:a16="http://schemas.microsoft.com/office/drawing/2014/main" id="{4F1CF7E0-2C9E-A10E-EBE5-124D825A2AA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6044" y="1665585"/>
              <a:ext cx="412018" cy="87485"/>
            </a:xfrm>
            <a:prstGeom prst="rect">
              <a:avLst/>
            </a:prstGeom>
          </p:spPr>
        </p:pic>
        <p:sp>
          <p:nvSpPr>
            <p:cNvPr id="9" name="object 36">
              <a:extLst>
                <a:ext uri="{FF2B5EF4-FFF2-40B4-BE49-F238E27FC236}">
                  <a16:creationId xmlns:a16="http://schemas.microsoft.com/office/drawing/2014/main" id="{4EE99E9C-0C06-D844-3FFD-757876249937}"/>
                </a:ext>
              </a:extLst>
            </p:cNvPr>
            <p:cNvSpPr/>
            <p:nvPr/>
          </p:nvSpPr>
          <p:spPr>
            <a:xfrm>
              <a:off x="1608942" y="1371317"/>
              <a:ext cx="281940" cy="281940"/>
            </a:xfrm>
            <a:custGeom>
              <a:avLst/>
              <a:gdLst/>
              <a:ahLst/>
              <a:cxnLst/>
              <a:rect l="l" t="t" r="r" b="b"/>
              <a:pathLst>
                <a:path w="281939" h="281939">
                  <a:moveTo>
                    <a:pt x="140926" y="0"/>
                  </a:moveTo>
                  <a:lnTo>
                    <a:pt x="96382" y="7184"/>
                  </a:lnTo>
                  <a:lnTo>
                    <a:pt x="57696" y="27190"/>
                  </a:lnTo>
                  <a:lnTo>
                    <a:pt x="27190" y="57695"/>
                  </a:lnTo>
                  <a:lnTo>
                    <a:pt x="7184" y="96380"/>
                  </a:lnTo>
                  <a:lnTo>
                    <a:pt x="0" y="140923"/>
                  </a:lnTo>
                  <a:lnTo>
                    <a:pt x="7184" y="185467"/>
                  </a:lnTo>
                  <a:lnTo>
                    <a:pt x="27190" y="224152"/>
                  </a:lnTo>
                  <a:lnTo>
                    <a:pt x="57696" y="254659"/>
                  </a:lnTo>
                  <a:lnTo>
                    <a:pt x="96382" y="274665"/>
                  </a:lnTo>
                  <a:lnTo>
                    <a:pt x="140926" y="281849"/>
                  </a:lnTo>
                  <a:lnTo>
                    <a:pt x="185470" y="274665"/>
                  </a:lnTo>
                  <a:lnTo>
                    <a:pt x="224156" y="254659"/>
                  </a:lnTo>
                  <a:lnTo>
                    <a:pt x="254662" y="224152"/>
                  </a:lnTo>
                  <a:lnTo>
                    <a:pt x="274668" y="185467"/>
                  </a:lnTo>
                  <a:lnTo>
                    <a:pt x="281852" y="140923"/>
                  </a:lnTo>
                  <a:lnTo>
                    <a:pt x="274668" y="96380"/>
                  </a:lnTo>
                  <a:lnTo>
                    <a:pt x="254662" y="57695"/>
                  </a:lnTo>
                  <a:lnTo>
                    <a:pt x="224156" y="27190"/>
                  </a:lnTo>
                  <a:lnTo>
                    <a:pt x="185470" y="7184"/>
                  </a:lnTo>
                  <a:lnTo>
                    <a:pt x="1409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7">
              <a:extLst>
                <a:ext uri="{FF2B5EF4-FFF2-40B4-BE49-F238E27FC236}">
                  <a16:creationId xmlns:a16="http://schemas.microsoft.com/office/drawing/2014/main" id="{A383C863-7133-A5A8-B527-01CBF72C6BD3}"/>
                </a:ext>
              </a:extLst>
            </p:cNvPr>
            <p:cNvSpPr/>
            <p:nvPr/>
          </p:nvSpPr>
          <p:spPr>
            <a:xfrm>
              <a:off x="1625057" y="1400680"/>
              <a:ext cx="266700" cy="245745"/>
            </a:xfrm>
            <a:custGeom>
              <a:avLst/>
              <a:gdLst/>
              <a:ahLst/>
              <a:cxnLst/>
              <a:rect l="l" t="t" r="r" b="b"/>
              <a:pathLst>
                <a:path w="266700" h="245744">
                  <a:moveTo>
                    <a:pt x="133341" y="0"/>
                  </a:moveTo>
                  <a:lnTo>
                    <a:pt x="81438" y="9640"/>
                  </a:lnTo>
                  <a:lnTo>
                    <a:pt x="39054" y="35930"/>
                  </a:lnTo>
                  <a:lnTo>
                    <a:pt x="10478" y="74923"/>
                  </a:lnTo>
                  <a:lnTo>
                    <a:pt x="0" y="122674"/>
                  </a:lnTo>
                  <a:lnTo>
                    <a:pt x="10478" y="170424"/>
                  </a:lnTo>
                  <a:lnTo>
                    <a:pt x="39054" y="209417"/>
                  </a:lnTo>
                  <a:lnTo>
                    <a:pt x="81438" y="235707"/>
                  </a:lnTo>
                  <a:lnTo>
                    <a:pt x="133341" y="245347"/>
                  </a:lnTo>
                  <a:lnTo>
                    <a:pt x="185242" y="235707"/>
                  </a:lnTo>
                  <a:lnTo>
                    <a:pt x="227626" y="209417"/>
                  </a:lnTo>
                  <a:lnTo>
                    <a:pt x="256202" y="170424"/>
                  </a:lnTo>
                  <a:lnTo>
                    <a:pt x="266680" y="122674"/>
                  </a:lnTo>
                  <a:lnTo>
                    <a:pt x="256202" y="74923"/>
                  </a:lnTo>
                  <a:lnTo>
                    <a:pt x="227626" y="35930"/>
                  </a:lnTo>
                  <a:lnTo>
                    <a:pt x="185242" y="9640"/>
                  </a:lnTo>
                  <a:lnTo>
                    <a:pt x="133341" y="0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38">
              <a:extLst>
                <a:ext uri="{FF2B5EF4-FFF2-40B4-BE49-F238E27FC236}">
                  <a16:creationId xmlns:a16="http://schemas.microsoft.com/office/drawing/2014/main" id="{D8EFF9DD-25B1-14E4-FA1F-BF851E23710F}"/>
                </a:ext>
              </a:extLst>
            </p:cNvPr>
            <p:cNvSpPr/>
            <p:nvPr/>
          </p:nvSpPr>
          <p:spPr>
            <a:xfrm>
              <a:off x="1664385" y="1437521"/>
              <a:ext cx="170815" cy="96520"/>
            </a:xfrm>
            <a:custGeom>
              <a:avLst/>
              <a:gdLst/>
              <a:ahLst/>
              <a:cxnLst/>
              <a:rect l="l" t="t" r="r" b="b"/>
              <a:pathLst>
                <a:path w="170814" h="96519">
                  <a:moveTo>
                    <a:pt x="57632" y="71120"/>
                  </a:moveTo>
                  <a:lnTo>
                    <a:pt x="50304" y="63792"/>
                  </a:lnTo>
                  <a:lnTo>
                    <a:pt x="41275" y="63792"/>
                  </a:lnTo>
                  <a:lnTo>
                    <a:pt x="32232" y="63792"/>
                  </a:lnTo>
                  <a:lnTo>
                    <a:pt x="24917" y="71120"/>
                  </a:lnTo>
                  <a:lnTo>
                    <a:pt x="24917" y="89179"/>
                  </a:lnTo>
                  <a:lnTo>
                    <a:pt x="32232" y="96507"/>
                  </a:lnTo>
                  <a:lnTo>
                    <a:pt x="50304" y="96507"/>
                  </a:lnTo>
                  <a:lnTo>
                    <a:pt x="57632" y="89179"/>
                  </a:lnTo>
                  <a:lnTo>
                    <a:pt x="57632" y="71120"/>
                  </a:lnTo>
                  <a:close/>
                </a:path>
                <a:path w="170814" h="96519">
                  <a:moveTo>
                    <a:pt x="63144" y="9982"/>
                  </a:moveTo>
                  <a:lnTo>
                    <a:pt x="58826" y="4419"/>
                  </a:lnTo>
                  <a:lnTo>
                    <a:pt x="50634" y="889"/>
                  </a:lnTo>
                  <a:lnTo>
                    <a:pt x="39649" y="0"/>
                  </a:lnTo>
                  <a:lnTo>
                    <a:pt x="26962" y="2349"/>
                  </a:lnTo>
                  <a:lnTo>
                    <a:pt x="14947" y="7467"/>
                  </a:lnTo>
                  <a:lnTo>
                    <a:pt x="5880" y="13970"/>
                  </a:lnTo>
                  <a:lnTo>
                    <a:pt x="609" y="21018"/>
                  </a:lnTo>
                  <a:lnTo>
                    <a:pt x="0" y="27813"/>
                  </a:lnTo>
                  <a:lnTo>
                    <a:pt x="10134" y="19608"/>
                  </a:lnTo>
                  <a:lnTo>
                    <a:pt x="27127" y="12242"/>
                  </a:lnTo>
                  <a:lnTo>
                    <a:pt x="46342" y="8204"/>
                  </a:lnTo>
                  <a:lnTo>
                    <a:pt x="63144" y="9982"/>
                  </a:lnTo>
                  <a:close/>
                </a:path>
                <a:path w="170814" h="96519">
                  <a:moveTo>
                    <a:pt x="149479" y="71120"/>
                  </a:moveTo>
                  <a:lnTo>
                    <a:pt x="142151" y="63792"/>
                  </a:lnTo>
                  <a:lnTo>
                    <a:pt x="133121" y="63792"/>
                  </a:lnTo>
                  <a:lnTo>
                    <a:pt x="124079" y="63792"/>
                  </a:lnTo>
                  <a:lnTo>
                    <a:pt x="116763" y="71120"/>
                  </a:lnTo>
                  <a:lnTo>
                    <a:pt x="116763" y="89179"/>
                  </a:lnTo>
                  <a:lnTo>
                    <a:pt x="124079" y="96507"/>
                  </a:lnTo>
                  <a:lnTo>
                    <a:pt x="142151" y="96507"/>
                  </a:lnTo>
                  <a:lnTo>
                    <a:pt x="149479" y="89179"/>
                  </a:lnTo>
                  <a:lnTo>
                    <a:pt x="149479" y="71120"/>
                  </a:lnTo>
                  <a:close/>
                </a:path>
                <a:path w="170814" h="96519">
                  <a:moveTo>
                    <a:pt x="170535" y="27813"/>
                  </a:moveTo>
                  <a:lnTo>
                    <a:pt x="130886" y="0"/>
                  </a:lnTo>
                  <a:lnTo>
                    <a:pt x="119900" y="889"/>
                  </a:lnTo>
                  <a:lnTo>
                    <a:pt x="111709" y="4419"/>
                  </a:lnTo>
                  <a:lnTo>
                    <a:pt x="107391" y="9982"/>
                  </a:lnTo>
                  <a:lnTo>
                    <a:pt x="124193" y="8204"/>
                  </a:lnTo>
                  <a:lnTo>
                    <a:pt x="143408" y="12242"/>
                  </a:lnTo>
                  <a:lnTo>
                    <a:pt x="160401" y="19608"/>
                  </a:lnTo>
                  <a:lnTo>
                    <a:pt x="170535" y="27813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39">
              <a:extLst>
                <a:ext uri="{FF2B5EF4-FFF2-40B4-BE49-F238E27FC236}">
                  <a16:creationId xmlns:a16="http://schemas.microsoft.com/office/drawing/2014/main" id="{6B92716E-7F8A-274D-F792-F5D049E9AE5A}"/>
                </a:ext>
              </a:extLst>
            </p:cNvPr>
            <p:cNvSpPr/>
            <p:nvPr/>
          </p:nvSpPr>
          <p:spPr>
            <a:xfrm>
              <a:off x="1706566" y="1583024"/>
              <a:ext cx="90170" cy="17780"/>
            </a:xfrm>
            <a:custGeom>
              <a:avLst/>
              <a:gdLst/>
              <a:ahLst/>
              <a:cxnLst/>
              <a:rect l="l" t="t" r="r" b="b"/>
              <a:pathLst>
                <a:path w="90169" h="17780">
                  <a:moveTo>
                    <a:pt x="0" y="0"/>
                  </a:moveTo>
                  <a:lnTo>
                    <a:pt x="22192" y="13584"/>
                  </a:lnTo>
                  <a:lnTo>
                    <a:pt x="46165" y="17442"/>
                  </a:lnTo>
                  <a:lnTo>
                    <a:pt x="69582" y="12579"/>
                  </a:lnTo>
                  <a:lnTo>
                    <a:pt x="90102" y="0"/>
                  </a:lnTo>
                </a:path>
              </a:pathLst>
            </a:custGeom>
            <a:ln w="7128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40">
              <a:extLst>
                <a:ext uri="{FF2B5EF4-FFF2-40B4-BE49-F238E27FC236}">
                  <a16:creationId xmlns:a16="http://schemas.microsoft.com/office/drawing/2014/main" id="{20EBD6EA-75F7-A686-0494-8455EE497B5C}"/>
                </a:ext>
              </a:extLst>
            </p:cNvPr>
            <p:cNvSpPr/>
            <p:nvPr/>
          </p:nvSpPr>
          <p:spPr>
            <a:xfrm>
              <a:off x="1639278" y="1537585"/>
              <a:ext cx="224154" cy="50165"/>
            </a:xfrm>
            <a:custGeom>
              <a:avLst/>
              <a:gdLst/>
              <a:ahLst/>
              <a:cxnLst/>
              <a:rect l="l" t="t" r="r" b="b"/>
              <a:pathLst>
                <a:path w="224155" h="50165">
                  <a:moveTo>
                    <a:pt x="49771" y="24892"/>
                  </a:moveTo>
                  <a:lnTo>
                    <a:pt x="47815" y="15201"/>
                  </a:lnTo>
                  <a:lnTo>
                    <a:pt x="42481" y="7289"/>
                  </a:lnTo>
                  <a:lnTo>
                    <a:pt x="34569" y="1955"/>
                  </a:lnTo>
                  <a:lnTo>
                    <a:pt x="24879" y="0"/>
                  </a:lnTo>
                  <a:lnTo>
                    <a:pt x="15201" y="1955"/>
                  </a:lnTo>
                  <a:lnTo>
                    <a:pt x="7289" y="7289"/>
                  </a:lnTo>
                  <a:lnTo>
                    <a:pt x="1955" y="15201"/>
                  </a:lnTo>
                  <a:lnTo>
                    <a:pt x="0" y="24892"/>
                  </a:lnTo>
                  <a:lnTo>
                    <a:pt x="1955" y="34582"/>
                  </a:lnTo>
                  <a:lnTo>
                    <a:pt x="7289" y="42494"/>
                  </a:lnTo>
                  <a:lnTo>
                    <a:pt x="15201" y="47828"/>
                  </a:lnTo>
                  <a:lnTo>
                    <a:pt x="24879" y="49784"/>
                  </a:lnTo>
                  <a:lnTo>
                    <a:pt x="34569" y="47828"/>
                  </a:lnTo>
                  <a:lnTo>
                    <a:pt x="42481" y="42494"/>
                  </a:lnTo>
                  <a:lnTo>
                    <a:pt x="47815" y="34582"/>
                  </a:lnTo>
                  <a:lnTo>
                    <a:pt x="49771" y="24892"/>
                  </a:lnTo>
                  <a:close/>
                </a:path>
                <a:path w="224155" h="50165">
                  <a:moveTo>
                    <a:pt x="224002" y="24892"/>
                  </a:moveTo>
                  <a:lnTo>
                    <a:pt x="222046" y="15201"/>
                  </a:lnTo>
                  <a:lnTo>
                    <a:pt x="216712" y="7289"/>
                  </a:lnTo>
                  <a:lnTo>
                    <a:pt x="208800" y="1955"/>
                  </a:lnTo>
                  <a:lnTo>
                    <a:pt x="199123" y="0"/>
                  </a:lnTo>
                  <a:lnTo>
                    <a:pt x="189433" y="1955"/>
                  </a:lnTo>
                  <a:lnTo>
                    <a:pt x="181521" y="7289"/>
                  </a:lnTo>
                  <a:lnTo>
                    <a:pt x="176187" y="15201"/>
                  </a:lnTo>
                  <a:lnTo>
                    <a:pt x="174231" y="24892"/>
                  </a:lnTo>
                  <a:lnTo>
                    <a:pt x="176187" y="34582"/>
                  </a:lnTo>
                  <a:lnTo>
                    <a:pt x="181521" y="42494"/>
                  </a:lnTo>
                  <a:lnTo>
                    <a:pt x="189433" y="47828"/>
                  </a:lnTo>
                  <a:lnTo>
                    <a:pt x="199123" y="49784"/>
                  </a:lnTo>
                  <a:lnTo>
                    <a:pt x="208800" y="47828"/>
                  </a:lnTo>
                  <a:lnTo>
                    <a:pt x="216712" y="42494"/>
                  </a:lnTo>
                  <a:lnTo>
                    <a:pt x="222046" y="34582"/>
                  </a:lnTo>
                  <a:lnTo>
                    <a:pt x="224002" y="24892"/>
                  </a:lnTo>
                  <a:close/>
                </a:path>
              </a:pathLst>
            </a:custGeom>
            <a:solidFill>
              <a:srgbClr val="F582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41">
              <a:extLst>
                <a:ext uri="{FF2B5EF4-FFF2-40B4-BE49-F238E27FC236}">
                  <a16:creationId xmlns:a16="http://schemas.microsoft.com/office/drawing/2014/main" id="{B14E19D2-1443-3E85-CA4D-2A5A3528FF14}"/>
                </a:ext>
              </a:extLst>
            </p:cNvPr>
            <p:cNvSpPr/>
            <p:nvPr/>
          </p:nvSpPr>
          <p:spPr>
            <a:xfrm>
              <a:off x="1611141" y="1371317"/>
              <a:ext cx="281940" cy="281940"/>
            </a:xfrm>
            <a:custGeom>
              <a:avLst/>
              <a:gdLst/>
              <a:ahLst/>
              <a:cxnLst/>
              <a:rect l="l" t="t" r="r" b="b"/>
              <a:pathLst>
                <a:path w="281939" h="281939">
                  <a:moveTo>
                    <a:pt x="140926" y="0"/>
                  </a:moveTo>
                  <a:lnTo>
                    <a:pt x="185468" y="7184"/>
                  </a:lnTo>
                  <a:lnTo>
                    <a:pt x="224153" y="27190"/>
                  </a:lnTo>
                  <a:lnTo>
                    <a:pt x="254659" y="57695"/>
                  </a:lnTo>
                  <a:lnTo>
                    <a:pt x="274664" y="96380"/>
                  </a:lnTo>
                  <a:lnTo>
                    <a:pt x="281849" y="140923"/>
                  </a:lnTo>
                  <a:lnTo>
                    <a:pt x="274664" y="185467"/>
                  </a:lnTo>
                  <a:lnTo>
                    <a:pt x="254659" y="224152"/>
                  </a:lnTo>
                  <a:lnTo>
                    <a:pt x="224153" y="254659"/>
                  </a:lnTo>
                  <a:lnTo>
                    <a:pt x="185468" y="274665"/>
                  </a:lnTo>
                  <a:lnTo>
                    <a:pt x="140926" y="281849"/>
                  </a:lnTo>
                  <a:lnTo>
                    <a:pt x="96382" y="274665"/>
                  </a:lnTo>
                  <a:lnTo>
                    <a:pt x="57696" y="254659"/>
                  </a:lnTo>
                  <a:lnTo>
                    <a:pt x="27190" y="224152"/>
                  </a:lnTo>
                  <a:lnTo>
                    <a:pt x="7184" y="185467"/>
                  </a:lnTo>
                  <a:lnTo>
                    <a:pt x="0" y="140923"/>
                  </a:lnTo>
                  <a:lnTo>
                    <a:pt x="7184" y="96380"/>
                  </a:lnTo>
                  <a:lnTo>
                    <a:pt x="27190" y="57695"/>
                  </a:lnTo>
                  <a:lnTo>
                    <a:pt x="57696" y="27190"/>
                  </a:lnTo>
                  <a:lnTo>
                    <a:pt x="96382" y="7184"/>
                  </a:lnTo>
                  <a:lnTo>
                    <a:pt x="140926" y="0"/>
                  </a:lnTo>
                  <a:close/>
                </a:path>
              </a:pathLst>
            </a:custGeom>
            <a:ln w="11352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42">
              <a:extLst>
                <a:ext uri="{FF2B5EF4-FFF2-40B4-BE49-F238E27FC236}">
                  <a16:creationId xmlns:a16="http://schemas.microsoft.com/office/drawing/2014/main" id="{5861593B-3D0D-331A-078B-EBBF1C126D72}"/>
                </a:ext>
              </a:extLst>
            </p:cNvPr>
            <p:cNvSpPr/>
            <p:nvPr/>
          </p:nvSpPr>
          <p:spPr>
            <a:xfrm>
              <a:off x="1843057" y="1601580"/>
              <a:ext cx="72390" cy="78105"/>
            </a:xfrm>
            <a:custGeom>
              <a:avLst/>
              <a:gdLst/>
              <a:ahLst/>
              <a:cxnLst/>
              <a:rect l="l" t="t" r="r" b="b"/>
              <a:pathLst>
                <a:path w="72389" h="78105">
                  <a:moveTo>
                    <a:pt x="21180" y="3309"/>
                  </a:moveTo>
                  <a:lnTo>
                    <a:pt x="28132" y="1231"/>
                  </a:lnTo>
                  <a:lnTo>
                    <a:pt x="41626" y="0"/>
                  </a:lnTo>
                  <a:lnTo>
                    <a:pt x="54112" y="3902"/>
                  </a:lnTo>
                  <a:lnTo>
                    <a:pt x="64224" y="12201"/>
                  </a:lnTo>
                  <a:lnTo>
                    <a:pt x="70594" y="24161"/>
                  </a:lnTo>
                  <a:lnTo>
                    <a:pt x="71826" y="37655"/>
                  </a:lnTo>
                  <a:lnTo>
                    <a:pt x="67924" y="50141"/>
                  </a:lnTo>
                  <a:lnTo>
                    <a:pt x="59625" y="60252"/>
                  </a:lnTo>
                  <a:lnTo>
                    <a:pt x="47666" y="66623"/>
                  </a:lnTo>
                  <a:lnTo>
                    <a:pt x="41247" y="68541"/>
                  </a:lnTo>
                  <a:lnTo>
                    <a:pt x="34706" y="68477"/>
                  </a:lnTo>
                  <a:lnTo>
                    <a:pt x="28700" y="66791"/>
                  </a:lnTo>
                  <a:lnTo>
                    <a:pt x="24493" y="73830"/>
                  </a:lnTo>
                  <a:lnTo>
                    <a:pt x="19063" y="77934"/>
                  </a:lnTo>
                  <a:lnTo>
                    <a:pt x="13674" y="77250"/>
                  </a:lnTo>
                  <a:lnTo>
                    <a:pt x="7100" y="73619"/>
                  </a:lnTo>
                  <a:lnTo>
                    <a:pt x="2398" y="65400"/>
                  </a:lnTo>
                  <a:lnTo>
                    <a:pt x="0" y="53792"/>
                  </a:lnTo>
                  <a:lnTo>
                    <a:pt x="332" y="39993"/>
                  </a:lnTo>
                  <a:lnTo>
                    <a:pt x="15384" y="7405"/>
                  </a:lnTo>
                  <a:lnTo>
                    <a:pt x="21180" y="3309"/>
                  </a:lnTo>
                  <a:close/>
                </a:path>
              </a:pathLst>
            </a:custGeom>
            <a:solidFill>
              <a:srgbClr val="FFF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43">
              <a:extLst>
                <a:ext uri="{FF2B5EF4-FFF2-40B4-BE49-F238E27FC236}">
                  <a16:creationId xmlns:a16="http://schemas.microsoft.com/office/drawing/2014/main" id="{D38AFDF7-6B9A-2196-9C85-7E76CCD558B7}"/>
                </a:ext>
              </a:extLst>
            </p:cNvPr>
            <p:cNvSpPr/>
            <p:nvPr/>
          </p:nvSpPr>
          <p:spPr>
            <a:xfrm>
              <a:off x="1843057" y="1601580"/>
              <a:ext cx="72390" cy="78105"/>
            </a:xfrm>
            <a:custGeom>
              <a:avLst/>
              <a:gdLst/>
              <a:ahLst/>
              <a:cxnLst/>
              <a:rect l="l" t="t" r="r" b="b"/>
              <a:pathLst>
                <a:path w="72389" h="78105">
                  <a:moveTo>
                    <a:pt x="28132" y="1231"/>
                  </a:moveTo>
                  <a:lnTo>
                    <a:pt x="1916" y="31655"/>
                  </a:lnTo>
                  <a:lnTo>
                    <a:pt x="0" y="53792"/>
                  </a:lnTo>
                  <a:lnTo>
                    <a:pt x="2398" y="65400"/>
                  </a:lnTo>
                  <a:lnTo>
                    <a:pt x="7100" y="73619"/>
                  </a:lnTo>
                  <a:lnTo>
                    <a:pt x="13674" y="77250"/>
                  </a:lnTo>
                  <a:lnTo>
                    <a:pt x="19063" y="77934"/>
                  </a:lnTo>
                  <a:lnTo>
                    <a:pt x="24493" y="73830"/>
                  </a:lnTo>
                  <a:lnTo>
                    <a:pt x="28700" y="66791"/>
                  </a:lnTo>
                  <a:lnTo>
                    <a:pt x="34706" y="68477"/>
                  </a:lnTo>
                  <a:lnTo>
                    <a:pt x="71826" y="37655"/>
                  </a:lnTo>
                  <a:lnTo>
                    <a:pt x="70594" y="24161"/>
                  </a:lnTo>
                  <a:lnTo>
                    <a:pt x="64224" y="12201"/>
                  </a:lnTo>
                  <a:lnTo>
                    <a:pt x="54112" y="3902"/>
                  </a:lnTo>
                  <a:lnTo>
                    <a:pt x="41626" y="0"/>
                  </a:lnTo>
                  <a:lnTo>
                    <a:pt x="28132" y="1231"/>
                  </a:lnTo>
                  <a:close/>
                </a:path>
              </a:pathLst>
            </a:custGeom>
            <a:ln w="8783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44">
              <a:extLst>
                <a:ext uri="{FF2B5EF4-FFF2-40B4-BE49-F238E27FC236}">
                  <a16:creationId xmlns:a16="http://schemas.microsoft.com/office/drawing/2014/main" id="{49D933AF-CA88-59AB-87D9-57AAED4A5E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5110" y="1539923"/>
              <a:ext cx="150934" cy="169403"/>
            </a:xfrm>
            <a:prstGeom prst="rect">
              <a:avLst/>
            </a:prstGeom>
          </p:spPr>
        </p:pic>
        <p:sp>
          <p:nvSpPr>
            <p:cNvPr id="18" name="object 45">
              <a:extLst>
                <a:ext uri="{FF2B5EF4-FFF2-40B4-BE49-F238E27FC236}">
                  <a16:creationId xmlns:a16="http://schemas.microsoft.com/office/drawing/2014/main" id="{52A7ABCF-7BE6-604C-41C1-24047EDB4A21}"/>
                </a:ext>
              </a:extLst>
            </p:cNvPr>
            <p:cNvSpPr/>
            <p:nvPr/>
          </p:nvSpPr>
          <p:spPr>
            <a:xfrm>
              <a:off x="1866450" y="1634588"/>
              <a:ext cx="27305" cy="33655"/>
            </a:xfrm>
            <a:custGeom>
              <a:avLst/>
              <a:gdLst/>
              <a:ahLst/>
              <a:cxnLst/>
              <a:rect l="l" t="t" r="r" b="b"/>
              <a:pathLst>
                <a:path w="27305" h="33655">
                  <a:moveTo>
                    <a:pt x="3208" y="1936"/>
                  </a:moveTo>
                  <a:lnTo>
                    <a:pt x="398" y="9069"/>
                  </a:lnTo>
                  <a:lnTo>
                    <a:pt x="0" y="17847"/>
                  </a:lnTo>
                  <a:lnTo>
                    <a:pt x="1775" y="26578"/>
                  </a:lnTo>
                  <a:lnTo>
                    <a:pt x="5488" y="33569"/>
                  </a:lnTo>
                </a:path>
                <a:path w="27305" h="33655">
                  <a:moveTo>
                    <a:pt x="24834" y="0"/>
                  </a:moveTo>
                  <a:lnTo>
                    <a:pt x="22023" y="7132"/>
                  </a:lnTo>
                  <a:lnTo>
                    <a:pt x="21625" y="15911"/>
                  </a:lnTo>
                  <a:lnTo>
                    <a:pt x="23400" y="24643"/>
                  </a:lnTo>
                  <a:lnTo>
                    <a:pt x="27112" y="31635"/>
                  </a:lnTo>
                </a:path>
              </a:pathLst>
            </a:custGeom>
            <a:ln w="12599">
              <a:solidFill>
                <a:srgbClr val="231F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TextBox 4">
            <a:extLst>
              <a:ext uri="{FF2B5EF4-FFF2-40B4-BE49-F238E27FC236}">
                <a16:creationId xmlns:a16="http://schemas.microsoft.com/office/drawing/2014/main" id="{A228D200-58BB-3680-1389-077DF4BB0E68}"/>
              </a:ext>
            </a:extLst>
          </p:cNvPr>
          <p:cNvSpPr txBox="1"/>
          <p:nvPr/>
        </p:nvSpPr>
        <p:spPr>
          <a:xfrm>
            <a:off x="1702322" y="313190"/>
            <a:ext cx="71932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Пригадай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, як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називаються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лінії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зошита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. Обведи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контури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та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домалюй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у кожному рядку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малюнки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.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Тримай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олівець</a:t>
            </a:r>
            <a:r>
              <a:rPr lang="ru-RU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 Black" panose="020B0A04020102020204" pitchFamily="34" charset="0"/>
              </a:rPr>
              <a:t> правильно.</a:t>
            </a:r>
            <a:endParaRPr lang="uk-UA" sz="2400" dirty="0">
              <a:solidFill>
                <a:schemeClr val="tx2">
                  <a:lumMod val="75000"/>
                  <a:lumOff val="2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1" name="Прямокутник: округлені кути 80">
            <a:extLst>
              <a:ext uri="{FF2B5EF4-FFF2-40B4-BE49-F238E27FC236}">
                <a16:creationId xmlns:a16="http://schemas.microsoft.com/office/drawing/2014/main" id="{78B31DB4-307D-697B-E31D-128E1D66BE35}"/>
              </a:ext>
            </a:extLst>
          </p:cNvPr>
          <p:cNvSpPr/>
          <p:nvPr/>
        </p:nvSpPr>
        <p:spPr>
          <a:xfrm>
            <a:off x="162000" y="189000"/>
            <a:ext cx="8820000" cy="6480000"/>
          </a:xfrm>
          <a:prstGeom prst="roundRect">
            <a:avLst>
              <a:gd name="adj" fmla="val 1531"/>
            </a:avLst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uk-UA"/>
          </a:p>
        </p:txBody>
      </p:sp>
      <p:grpSp>
        <p:nvGrpSpPr>
          <p:cNvPr id="125" name="Групувати 124">
            <a:extLst>
              <a:ext uri="{FF2B5EF4-FFF2-40B4-BE49-F238E27FC236}">
                <a16:creationId xmlns:a16="http://schemas.microsoft.com/office/drawing/2014/main" id="{665D53BC-1D94-4877-3E94-D0EFD0B0D577}"/>
              </a:ext>
            </a:extLst>
          </p:cNvPr>
          <p:cNvGrpSpPr/>
          <p:nvPr/>
        </p:nvGrpSpPr>
        <p:grpSpPr>
          <a:xfrm>
            <a:off x="372914" y="2084461"/>
            <a:ext cx="8398172" cy="4263386"/>
            <a:chOff x="372914" y="2084461"/>
            <a:chExt cx="8398172" cy="4263386"/>
          </a:xfrm>
        </p:grpSpPr>
        <p:grpSp>
          <p:nvGrpSpPr>
            <p:cNvPr id="37" name="Групувати 36">
              <a:extLst>
                <a:ext uri="{FF2B5EF4-FFF2-40B4-BE49-F238E27FC236}">
                  <a16:creationId xmlns:a16="http://schemas.microsoft.com/office/drawing/2014/main" id="{4C85DCA6-E149-3C5D-D7BC-AA3ADBB48495}"/>
                </a:ext>
              </a:extLst>
            </p:cNvPr>
            <p:cNvGrpSpPr/>
            <p:nvPr/>
          </p:nvGrpSpPr>
          <p:grpSpPr>
            <a:xfrm>
              <a:off x="372914" y="2110936"/>
              <a:ext cx="8398172" cy="4173847"/>
              <a:chOff x="268014" y="2492768"/>
              <a:chExt cx="6084570" cy="3023999"/>
            </a:xfrm>
          </p:grpSpPr>
          <p:sp>
            <p:nvSpPr>
              <p:cNvPr id="20" name="object 2">
                <a:extLst>
                  <a:ext uri="{FF2B5EF4-FFF2-40B4-BE49-F238E27FC236}">
                    <a16:creationId xmlns:a16="http://schemas.microsoft.com/office/drawing/2014/main" id="{F40FCEC1-EEB5-6A40-14D4-58424CE77F3B}"/>
                  </a:ext>
                </a:extLst>
              </p:cNvPr>
              <p:cNvSpPr/>
              <p:nvPr/>
            </p:nvSpPr>
            <p:spPr>
              <a:xfrm>
                <a:off x="268014" y="2492768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3">
                <a:extLst>
                  <a:ext uri="{FF2B5EF4-FFF2-40B4-BE49-F238E27FC236}">
                    <a16:creationId xmlns:a16="http://schemas.microsoft.com/office/drawing/2014/main" id="{736785A5-A599-6229-A941-97654EE5ACBE}"/>
                  </a:ext>
                </a:extLst>
              </p:cNvPr>
              <p:cNvSpPr/>
              <p:nvPr/>
            </p:nvSpPr>
            <p:spPr>
              <a:xfrm>
                <a:off x="268014" y="2636768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900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2" name="object 4">
                <a:extLst>
                  <a:ext uri="{FF2B5EF4-FFF2-40B4-BE49-F238E27FC236}">
                    <a16:creationId xmlns:a16="http://schemas.microsoft.com/office/drawing/2014/main" id="{9E2D1EC6-8E0A-4A65-B07D-A7723BB3B238}"/>
                  </a:ext>
                </a:extLst>
              </p:cNvPr>
              <p:cNvSpPr/>
              <p:nvPr/>
            </p:nvSpPr>
            <p:spPr>
              <a:xfrm>
                <a:off x="268014" y="2852768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5">
                <a:extLst>
                  <a:ext uri="{FF2B5EF4-FFF2-40B4-BE49-F238E27FC236}">
                    <a16:creationId xmlns:a16="http://schemas.microsoft.com/office/drawing/2014/main" id="{B6521F09-C9B5-182D-84CC-ADA233471404}"/>
                  </a:ext>
                </a:extLst>
              </p:cNvPr>
              <p:cNvSpPr/>
              <p:nvPr/>
            </p:nvSpPr>
            <p:spPr>
              <a:xfrm>
                <a:off x="268014" y="3068767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 dirty="0"/>
              </a:p>
            </p:txBody>
          </p:sp>
          <p:sp>
            <p:nvSpPr>
              <p:cNvPr id="24" name="object 6">
                <a:extLst>
                  <a:ext uri="{FF2B5EF4-FFF2-40B4-BE49-F238E27FC236}">
                    <a16:creationId xmlns:a16="http://schemas.microsoft.com/office/drawing/2014/main" id="{9A0B44D8-7A8B-71CA-F28E-FE8FE8AB58EB}"/>
                  </a:ext>
                </a:extLst>
              </p:cNvPr>
              <p:cNvSpPr/>
              <p:nvPr/>
            </p:nvSpPr>
            <p:spPr>
              <a:xfrm>
                <a:off x="268014" y="3212767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900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7">
                <a:extLst>
                  <a:ext uri="{FF2B5EF4-FFF2-40B4-BE49-F238E27FC236}">
                    <a16:creationId xmlns:a16="http://schemas.microsoft.com/office/drawing/2014/main" id="{E83AA636-2361-1BF8-3B89-9DF792E1BA41}"/>
                  </a:ext>
                </a:extLst>
              </p:cNvPr>
              <p:cNvSpPr/>
              <p:nvPr/>
            </p:nvSpPr>
            <p:spPr>
              <a:xfrm>
                <a:off x="268014" y="3644768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8">
                <a:extLst>
                  <a:ext uri="{FF2B5EF4-FFF2-40B4-BE49-F238E27FC236}">
                    <a16:creationId xmlns:a16="http://schemas.microsoft.com/office/drawing/2014/main" id="{6626E0EF-917B-46D3-8E37-3137BCC03B6E}"/>
                  </a:ext>
                </a:extLst>
              </p:cNvPr>
              <p:cNvSpPr/>
              <p:nvPr/>
            </p:nvSpPr>
            <p:spPr>
              <a:xfrm>
                <a:off x="268014" y="3788767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900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9">
                <a:extLst>
                  <a:ext uri="{FF2B5EF4-FFF2-40B4-BE49-F238E27FC236}">
                    <a16:creationId xmlns:a16="http://schemas.microsoft.com/office/drawing/2014/main" id="{2AF5D886-8868-4F1F-BFBF-01D6AB2FC2C8}"/>
                  </a:ext>
                </a:extLst>
              </p:cNvPr>
              <p:cNvSpPr/>
              <p:nvPr/>
            </p:nvSpPr>
            <p:spPr>
              <a:xfrm>
                <a:off x="268014" y="4004767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10">
                <a:extLst>
                  <a:ext uri="{FF2B5EF4-FFF2-40B4-BE49-F238E27FC236}">
                    <a16:creationId xmlns:a16="http://schemas.microsoft.com/office/drawing/2014/main" id="{7611D0B5-0877-86B3-3467-0846EB07FBF0}"/>
                  </a:ext>
                </a:extLst>
              </p:cNvPr>
              <p:cNvSpPr/>
              <p:nvPr/>
            </p:nvSpPr>
            <p:spPr>
              <a:xfrm>
                <a:off x="268014" y="4220768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11">
                <a:extLst>
                  <a:ext uri="{FF2B5EF4-FFF2-40B4-BE49-F238E27FC236}">
                    <a16:creationId xmlns:a16="http://schemas.microsoft.com/office/drawing/2014/main" id="{67EE4BFB-C532-C4B8-8A47-0DF62C448505}"/>
                  </a:ext>
                </a:extLst>
              </p:cNvPr>
              <p:cNvSpPr/>
              <p:nvPr/>
            </p:nvSpPr>
            <p:spPr>
              <a:xfrm>
                <a:off x="268014" y="4364768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900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12">
                <a:extLst>
                  <a:ext uri="{FF2B5EF4-FFF2-40B4-BE49-F238E27FC236}">
                    <a16:creationId xmlns:a16="http://schemas.microsoft.com/office/drawing/2014/main" id="{E879E3DC-677B-AB1D-6395-FEC8DCFF0DFF}"/>
                  </a:ext>
                </a:extLst>
              </p:cNvPr>
              <p:cNvSpPr/>
              <p:nvPr/>
            </p:nvSpPr>
            <p:spPr>
              <a:xfrm>
                <a:off x="268014" y="4580768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13">
                <a:extLst>
                  <a:ext uri="{FF2B5EF4-FFF2-40B4-BE49-F238E27FC236}">
                    <a16:creationId xmlns:a16="http://schemas.microsoft.com/office/drawing/2014/main" id="{757F78BF-1750-A827-87A1-0D0939976780}"/>
                  </a:ext>
                </a:extLst>
              </p:cNvPr>
              <p:cNvSpPr/>
              <p:nvPr/>
            </p:nvSpPr>
            <p:spPr>
              <a:xfrm>
                <a:off x="268014" y="4796767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14">
                <a:extLst>
                  <a:ext uri="{FF2B5EF4-FFF2-40B4-BE49-F238E27FC236}">
                    <a16:creationId xmlns:a16="http://schemas.microsoft.com/office/drawing/2014/main" id="{8A7FB66B-5ECB-7BBB-A8BD-5E527CFCDB3C}"/>
                  </a:ext>
                </a:extLst>
              </p:cNvPr>
              <p:cNvSpPr/>
              <p:nvPr/>
            </p:nvSpPr>
            <p:spPr>
              <a:xfrm>
                <a:off x="268014" y="4940767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900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3" name="object 15">
                <a:extLst>
                  <a:ext uri="{FF2B5EF4-FFF2-40B4-BE49-F238E27FC236}">
                    <a16:creationId xmlns:a16="http://schemas.microsoft.com/office/drawing/2014/main" id="{F0524B59-6CB5-C125-4A32-86BF84A30C0F}"/>
                  </a:ext>
                </a:extLst>
              </p:cNvPr>
              <p:cNvSpPr/>
              <p:nvPr/>
            </p:nvSpPr>
            <p:spPr>
              <a:xfrm>
                <a:off x="268014" y="5156768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4" name="object 16">
                <a:extLst>
                  <a:ext uri="{FF2B5EF4-FFF2-40B4-BE49-F238E27FC236}">
                    <a16:creationId xmlns:a16="http://schemas.microsoft.com/office/drawing/2014/main" id="{97AFE1DD-FF87-E258-52F2-09FD3D00F5D8}"/>
                  </a:ext>
                </a:extLst>
              </p:cNvPr>
              <p:cNvSpPr/>
              <p:nvPr/>
            </p:nvSpPr>
            <p:spPr>
              <a:xfrm>
                <a:off x="268014" y="5372768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17">
                <a:extLst>
                  <a:ext uri="{FF2B5EF4-FFF2-40B4-BE49-F238E27FC236}">
                    <a16:creationId xmlns:a16="http://schemas.microsoft.com/office/drawing/2014/main" id="{AB660A77-FAFD-E096-7F54-B06198FA0D65}"/>
                  </a:ext>
                </a:extLst>
              </p:cNvPr>
              <p:cNvSpPr/>
              <p:nvPr/>
            </p:nvSpPr>
            <p:spPr>
              <a:xfrm>
                <a:off x="268014" y="5516767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9000">
                <a:solidFill>
                  <a:srgbClr val="00AEEF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4">
                <a:extLst>
                  <a:ext uri="{FF2B5EF4-FFF2-40B4-BE49-F238E27FC236}">
                    <a16:creationId xmlns:a16="http://schemas.microsoft.com/office/drawing/2014/main" id="{50F15D52-9440-532C-D6AB-94374F135FE9}"/>
                  </a:ext>
                </a:extLst>
              </p:cNvPr>
              <p:cNvSpPr/>
              <p:nvPr/>
            </p:nvSpPr>
            <p:spPr>
              <a:xfrm>
                <a:off x="268014" y="3429000"/>
                <a:ext cx="60845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084570">
                    <a:moveTo>
                      <a:pt x="0" y="0"/>
                    </a:moveTo>
                    <a:lnTo>
                      <a:pt x="6083999" y="0"/>
                    </a:lnTo>
                  </a:path>
                </a:pathLst>
              </a:custGeom>
              <a:ln w="6120">
                <a:solidFill>
                  <a:srgbClr val="00AEEF"/>
                </a:solidFill>
                <a:prstDash val="sysDot"/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0" name="object 20">
              <a:extLst>
                <a:ext uri="{FF2B5EF4-FFF2-40B4-BE49-F238E27FC236}">
                  <a16:creationId xmlns:a16="http://schemas.microsoft.com/office/drawing/2014/main" id="{84CDC140-4702-1A5A-21A8-2CD0BA93CFC0}"/>
                </a:ext>
              </a:extLst>
            </p:cNvPr>
            <p:cNvSpPr/>
            <p:nvPr/>
          </p:nvSpPr>
          <p:spPr>
            <a:xfrm flipH="1">
              <a:off x="561056" y="2084461"/>
              <a:ext cx="45719" cy="4263386"/>
            </a:xfrm>
            <a:custGeom>
              <a:avLst/>
              <a:gdLst/>
              <a:ahLst/>
              <a:cxnLst/>
              <a:rect l="l" t="t" r="r" b="b"/>
              <a:pathLst>
                <a:path h="3756660">
                  <a:moveTo>
                    <a:pt x="0" y="0"/>
                  </a:moveTo>
                  <a:lnTo>
                    <a:pt x="0" y="3756592"/>
                  </a:lnTo>
                </a:path>
              </a:pathLst>
            </a:custGeom>
            <a:ln w="12599">
              <a:solidFill>
                <a:srgbClr val="EC008C"/>
              </a:solidFill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59" name="object 39">
              <a:extLst>
                <a:ext uri="{FF2B5EF4-FFF2-40B4-BE49-F238E27FC236}">
                  <a16:creationId xmlns:a16="http://schemas.microsoft.com/office/drawing/2014/main" id="{C66AA843-B553-2CD7-A4B3-0855A9E0FB2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1966" y="2432944"/>
              <a:ext cx="68400" cy="68400"/>
            </a:xfrm>
            <a:prstGeom prst="rect">
              <a:avLst/>
            </a:prstGeom>
          </p:spPr>
        </p:pic>
        <p:grpSp>
          <p:nvGrpSpPr>
            <p:cNvPr id="82" name="Групувати 81">
              <a:extLst>
                <a:ext uri="{FF2B5EF4-FFF2-40B4-BE49-F238E27FC236}">
                  <a16:creationId xmlns:a16="http://schemas.microsoft.com/office/drawing/2014/main" id="{29D1252D-A9E9-78C4-CEB4-3DCE5E8ABD58}"/>
                </a:ext>
              </a:extLst>
            </p:cNvPr>
            <p:cNvGrpSpPr/>
            <p:nvPr/>
          </p:nvGrpSpPr>
          <p:grpSpPr>
            <a:xfrm>
              <a:off x="914239" y="2116954"/>
              <a:ext cx="1483760" cy="4168019"/>
              <a:chOff x="914239" y="2116954"/>
              <a:chExt cx="1483760" cy="4168019"/>
            </a:xfrm>
          </p:grpSpPr>
          <p:sp>
            <p:nvSpPr>
              <p:cNvPr id="56" name="object 36">
                <a:extLst>
                  <a:ext uri="{FF2B5EF4-FFF2-40B4-BE49-F238E27FC236}">
                    <a16:creationId xmlns:a16="http://schemas.microsoft.com/office/drawing/2014/main" id="{C98B71E3-8B31-4E55-D0BD-CA3B47CF20AA}"/>
                  </a:ext>
                </a:extLst>
              </p:cNvPr>
              <p:cNvSpPr/>
              <p:nvPr/>
            </p:nvSpPr>
            <p:spPr>
              <a:xfrm>
                <a:off x="914239" y="4492660"/>
                <a:ext cx="1141734" cy="196318"/>
              </a:xfrm>
              <a:custGeom>
                <a:avLst/>
                <a:gdLst/>
                <a:ahLst/>
                <a:cxnLst/>
                <a:rect l="l" t="t" r="r" b="b"/>
                <a:pathLst>
                  <a:path w="897255" h="133985">
                    <a:moveTo>
                      <a:pt x="584073" y="133290"/>
                    </a:moveTo>
                    <a:lnTo>
                      <a:pt x="584073" y="133290"/>
                    </a:lnTo>
                    <a:lnTo>
                      <a:pt x="17682" y="133290"/>
                    </a:lnTo>
                    <a:lnTo>
                      <a:pt x="4428" y="100363"/>
                    </a:lnTo>
                    <a:lnTo>
                      <a:pt x="0" y="67254"/>
                    </a:lnTo>
                    <a:lnTo>
                      <a:pt x="4412" y="33969"/>
                    </a:lnTo>
                    <a:lnTo>
                      <a:pt x="17682" y="511"/>
                    </a:lnTo>
                    <a:lnTo>
                      <a:pt x="584073" y="511"/>
                    </a:lnTo>
                  </a:path>
                  <a:path w="897255" h="133985">
                    <a:moveTo>
                      <a:pt x="896939" y="66902"/>
                    </a:moveTo>
                    <a:lnTo>
                      <a:pt x="740771" y="33455"/>
                    </a:lnTo>
                    <a:lnTo>
                      <a:pt x="584610" y="0"/>
                    </a:lnTo>
                    <a:lnTo>
                      <a:pt x="573215" y="28669"/>
                    </a:lnTo>
                    <a:lnTo>
                      <a:pt x="569146" y="66902"/>
                    </a:lnTo>
                    <a:lnTo>
                      <a:pt x="572809" y="105134"/>
                    </a:lnTo>
                    <a:lnTo>
                      <a:pt x="584610" y="133800"/>
                    </a:lnTo>
                    <a:lnTo>
                      <a:pt x="740771" y="100346"/>
                    </a:lnTo>
                    <a:lnTo>
                      <a:pt x="896939" y="66902"/>
                    </a:lnTo>
                    <a:close/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57" name="object 37">
                <a:extLst>
                  <a:ext uri="{FF2B5EF4-FFF2-40B4-BE49-F238E27FC236}">
                    <a16:creationId xmlns:a16="http://schemas.microsoft.com/office/drawing/2014/main" id="{16FCB5AC-6E61-120E-E4C6-431430F7EBE7}"/>
                  </a:ext>
                </a:extLst>
              </p:cNvPr>
              <p:cNvSpPr/>
              <p:nvPr/>
            </p:nvSpPr>
            <p:spPr>
              <a:xfrm>
                <a:off x="1955219" y="4575360"/>
                <a:ext cx="78105" cy="33655"/>
              </a:xfrm>
              <a:custGeom>
                <a:avLst/>
                <a:gdLst/>
                <a:ahLst/>
                <a:cxnLst/>
                <a:rect l="l" t="t" r="r" b="b"/>
                <a:pathLst>
                  <a:path w="78105" h="33655">
                    <a:moveTo>
                      <a:pt x="0" y="0"/>
                    </a:moveTo>
                    <a:lnTo>
                      <a:pt x="0" y="33446"/>
                    </a:lnTo>
                    <a:lnTo>
                      <a:pt x="78084" y="16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58" name="object 38">
                <a:extLst>
                  <a:ext uri="{FF2B5EF4-FFF2-40B4-BE49-F238E27FC236}">
                    <a16:creationId xmlns:a16="http://schemas.microsoft.com/office/drawing/2014/main" id="{954C2AE9-D964-658A-91D8-8A95A99294F3}"/>
                  </a:ext>
                </a:extLst>
              </p:cNvPr>
              <p:cNvSpPr/>
              <p:nvPr/>
            </p:nvSpPr>
            <p:spPr>
              <a:xfrm>
                <a:off x="914239" y="2116954"/>
                <a:ext cx="1282859" cy="2462914"/>
              </a:xfrm>
              <a:custGeom>
                <a:avLst/>
                <a:gdLst/>
                <a:ahLst/>
                <a:cxnLst/>
                <a:rect l="l" t="t" r="r" b="b"/>
                <a:pathLst>
                  <a:path w="899160" h="1811655">
                    <a:moveTo>
                      <a:pt x="896720" y="1794534"/>
                    </a:moveTo>
                    <a:lnTo>
                      <a:pt x="818635" y="1777813"/>
                    </a:lnTo>
                    <a:lnTo>
                      <a:pt x="818635" y="1811260"/>
                    </a:lnTo>
                    <a:lnTo>
                      <a:pt x="896720" y="1794534"/>
                    </a:lnTo>
                    <a:close/>
                  </a:path>
                  <a:path w="899160" h="1811655">
                    <a:moveTo>
                      <a:pt x="0" y="0"/>
                    </a:moveTo>
                    <a:lnTo>
                      <a:pt x="898732" y="0"/>
                    </a:lnTo>
                    <a:lnTo>
                      <a:pt x="898732" y="350704"/>
                    </a:lnTo>
                    <a:lnTo>
                      <a:pt x="0" y="350704"/>
                    </a:lnTo>
                    <a:lnTo>
                      <a:pt x="0" y="0"/>
                    </a:lnTo>
                    <a:close/>
                  </a:path>
                  <a:path w="899160" h="1811655">
                    <a:moveTo>
                      <a:pt x="935" y="144626"/>
                    </a:moveTo>
                    <a:lnTo>
                      <a:pt x="897796" y="144626"/>
                    </a:lnTo>
                  </a:path>
                  <a:path w="899160" h="1811655">
                    <a:moveTo>
                      <a:pt x="81100" y="582"/>
                    </a:moveTo>
                    <a:lnTo>
                      <a:pt x="81100" y="143819"/>
                    </a:lnTo>
                  </a:path>
                  <a:path w="899160" h="1811655">
                    <a:moveTo>
                      <a:pt x="173163" y="582"/>
                    </a:moveTo>
                    <a:lnTo>
                      <a:pt x="173163" y="143819"/>
                    </a:lnTo>
                  </a:path>
                  <a:path w="899160" h="1811655">
                    <a:moveTo>
                      <a:pt x="265233" y="582"/>
                    </a:moveTo>
                    <a:lnTo>
                      <a:pt x="265233" y="143819"/>
                    </a:lnTo>
                  </a:path>
                  <a:path w="899160" h="1811655">
                    <a:moveTo>
                      <a:pt x="449366" y="582"/>
                    </a:moveTo>
                    <a:lnTo>
                      <a:pt x="449366" y="143819"/>
                    </a:lnTo>
                  </a:path>
                  <a:path w="899160" h="1811655">
                    <a:moveTo>
                      <a:pt x="357299" y="582"/>
                    </a:moveTo>
                    <a:lnTo>
                      <a:pt x="357299" y="143819"/>
                    </a:lnTo>
                  </a:path>
                  <a:path w="899160" h="1811655">
                    <a:moveTo>
                      <a:pt x="541432" y="582"/>
                    </a:moveTo>
                    <a:lnTo>
                      <a:pt x="541432" y="143819"/>
                    </a:lnTo>
                  </a:path>
                  <a:path w="899160" h="1811655">
                    <a:moveTo>
                      <a:pt x="633498" y="582"/>
                    </a:moveTo>
                    <a:lnTo>
                      <a:pt x="633498" y="143819"/>
                    </a:lnTo>
                  </a:path>
                  <a:path w="899160" h="1811655">
                    <a:moveTo>
                      <a:pt x="725564" y="582"/>
                    </a:moveTo>
                    <a:lnTo>
                      <a:pt x="725564" y="143819"/>
                    </a:lnTo>
                  </a:path>
                  <a:path w="899160" h="1811655">
                    <a:moveTo>
                      <a:pt x="817632" y="582"/>
                    </a:moveTo>
                    <a:lnTo>
                      <a:pt x="817632" y="143819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60" name="object 40">
                <a:extLst>
                  <a:ext uri="{FF2B5EF4-FFF2-40B4-BE49-F238E27FC236}">
                    <a16:creationId xmlns:a16="http://schemas.microsoft.com/office/drawing/2014/main" id="{34592E10-CD5A-F9D6-06D6-D95F3CBF9E7D}"/>
                  </a:ext>
                </a:extLst>
              </p:cNvPr>
              <p:cNvSpPr/>
              <p:nvPr/>
            </p:nvSpPr>
            <p:spPr>
              <a:xfrm>
                <a:off x="914239" y="2910295"/>
                <a:ext cx="742052" cy="977485"/>
              </a:xfrm>
              <a:custGeom>
                <a:avLst/>
                <a:gdLst/>
                <a:ahLst/>
                <a:cxnLst/>
                <a:rect l="l" t="t" r="r" b="b"/>
                <a:pathLst>
                  <a:path w="540385" h="711835">
                    <a:moveTo>
                      <a:pt x="0" y="0"/>
                    </a:moveTo>
                    <a:lnTo>
                      <a:pt x="540100" y="0"/>
                    </a:lnTo>
                    <a:lnTo>
                      <a:pt x="540100" y="711799"/>
                    </a:lnTo>
                    <a:lnTo>
                      <a:pt x="0" y="711799"/>
                    </a:lnTo>
                    <a:lnTo>
                      <a:pt x="0" y="0"/>
                    </a:lnTo>
                    <a:close/>
                  </a:path>
                  <a:path w="540385" h="711835">
                    <a:moveTo>
                      <a:pt x="72730" y="143686"/>
                    </a:moveTo>
                    <a:lnTo>
                      <a:pt x="122059" y="130167"/>
                    </a:lnTo>
                    <a:lnTo>
                      <a:pt x="171389" y="120497"/>
                    </a:lnTo>
                    <a:lnTo>
                      <a:pt x="220718" y="114682"/>
                    </a:lnTo>
                    <a:lnTo>
                      <a:pt x="270048" y="112730"/>
                    </a:lnTo>
                    <a:lnTo>
                      <a:pt x="319378" y="114648"/>
                    </a:lnTo>
                    <a:lnTo>
                      <a:pt x="368707" y="120442"/>
                    </a:lnTo>
                    <a:lnTo>
                      <a:pt x="418037" y="130119"/>
                    </a:lnTo>
                    <a:lnTo>
                      <a:pt x="467366" y="143686"/>
                    </a:lnTo>
                  </a:path>
                  <a:path w="540385" h="711835">
                    <a:moveTo>
                      <a:pt x="72730" y="251687"/>
                    </a:moveTo>
                    <a:lnTo>
                      <a:pt x="122059" y="238168"/>
                    </a:lnTo>
                    <a:lnTo>
                      <a:pt x="171389" y="228497"/>
                    </a:lnTo>
                    <a:lnTo>
                      <a:pt x="220718" y="222683"/>
                    </a:lnTo>
                    <a:lnTo>
                      <a:pt x="270048" y="220731"/>
                    </a:lnTo>
                    <a:lnTo>
                      <a:pt x="319378" y="222649"/>
                    </a:lnTo>
                    <a:lnTo>
                      <a:pt x="368707" y="228443"/>
                    </a:lnTo>
                    <a:lnTo>
                      <a:pt x="418037" y="238120"/>
                    </a:lnTo>
                    <a:lnTo>
                      <a:pt x="467366" y="251687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61" name="object 41">
                <a:extLst>
                  <a:ext uri="{FF2B5EF4-FFF2-40B4-BE49-F238E27FC236}">
                    <a16:creationId xmlns:a16="http://schemas.microsoft.com/office/drawing/2014/main" id="{90645622-51CE-13D5-C960-DB94B1A67C58}"/>
                  </a:ext>
                </a:extLst>
              </p:cNvPr>
              <p:cNvSpPr/>
              <p:nvPr/>
            </p:nvSpPr>
            <p:spPr>
              <a:xfrm>
                <a:off x="1029454" y="3341992"/>
                <a:ext cx="518257" cy="324119"/>
              </a:xfrm>
              <a:custGeom>
                <a:avLst/>
                <a:gdLst/>
                <a:ahLst/>
                <a:cxnLst/>
                <a:rect l="l" t="t" r="r" b="b"/>
                <a:pathLst>
                  <a:path w="394969" h="247014">
                    <a:moveTo>
                      <a:pt x="0" y="30955"/>
                    </a:moveTo>
                    <a:lnTo>
                      <a:pt x="49329" y="17436"/>
                    </a:lnTo>
                    <a:lnTo>
                      <a:pt x="98658" y="7766"/>
                    </a:lnTo>
                    <a:lnTo>
                      <a:pt x="147988" y="1951"/>
                    </a:lnTo>
                    <a:lnTo>
                      <a:pt x="197317" y="0"/>
                    </a:lnTo>
                    <a:lnTo>
                      <a:pt x="246647" y="1917"/>
                    </a:lnTo>
                    <a:lnTo>
                      <a:pt x="295977" y="7711"/>
                    </a:lnTo>
                    <a:lnTo>
                      <a:pt x="345306" y="17388"/>
                    </a:lnTo>
                    <a:lnTo>
                      <a:pt x="394635" y="30955"/>
                    </a:lnTo>
                  </a:path>
                  <a:path w="394969" h="247014">
                    <a:moveTo>
                      <a:pt x="0" y="138955"/>
                    </a:moveTo>
                    <a:lnTo>
                      <a:pt x="49329" y="125436"/>
                    </a:lnTo>
                    <a:lnTo>
                      <a:pt x="98658" y="115766"/>
                    </a:lnTo>
                    <a:lnTo>
                      <a:pt x="147988" y="109952"/>
                    </a:lnTo>
                    <a:lnTo>
                      <a:pt x="197317" y="108000"/>
                    </a:lnTo>
                    <a:lnTo>
                      <a:pt x="246647" y="109918"/>
                    </a:lnTo>
                    <a:lnTo>
                      <a:pt x="295977" y="115711"/>
                    </a:lnTo>
                    <a:lnTo>
                      <a:pt x="345306" y="125388"/>
                    </a:lnTo>
                    <a:lnTo>
                      <a:pt x="394635" y="138955"/>
                    </a:lnTo>
                  </a:path>
                  <a:path w="394969" h="247014">
                    <a:moveTo>
                      <a:pt x="0" y="246956"/>
                    </a:moveTo>
                    <a:lnTo>
                      <a:pt x="49329" y="233436"/>
                    </a:lnTo>
                    <a:lnTo>
                      <a:pt x="98658" y="223766"/>
                    </a:lnTo>
                    <a:lnTo>
                      <a:pt x="147988" y="217952"/>
                    </a:lnTo>
                    <a:lnTo>
                      <a:pt x="197317" y="216000"/>
                    </a:lnTo>
                    <a:lnTo>
                      <a:pt x="246647" y="217917"/>
                    </a:lnTo>
                    <a:lnTo>
                      <a:pt x="295977" y="223711"/>
                    </a:lnTo>
                    <a:lnTo>
                      <a:pt x="345306" y="233389"/>
                    </a:lnTo>
                    <a:lnTo>
                      <a:pt x="394635" y="246956"/>
                    </a:lnTo>
                  </a:path>
                </a:pathLst>
              </a:custGeom>
              <a:ln w="14400">
                <a:solidFill>
                  <a:srgbClr val="231F20"/>
                </a:solidFill>
                <a:prstDash val="solid"/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62" name="object 42">
                <a:extLst>
                  <a:ext uri="{FF2B5EF4-FFF2-40B4-BE49-F238E27FC236}">
                    <a16:creationId xmlns:a16="http://schemas.microsoft.com/office/drawing/2014/main" id="{E03F2CDE-2EF7-36A3-BDB9-5EE081C4EE96}"/>
                  </a:ext>
                </a:extLst>
              </p:cNvPr>
              <p:cNvSpPr/>
              <p:nvPr/>
            </p:nvSpPr>
            <p:spPr>
              <a:xfrm>
                <a:off x="1655949" y="2910275"/>
                <a:ext cx="742050" cy="977483"/>
              </a:xfrm>
              <a:custGeom>
                <a:avLst/>
                <a:gdLst/>
                <a:ahLst/>
                <a:cxnLst/>
                <a:rect l="l" t="t" r="r" b="b"/>
                <a:pathLst>
                  <a:path w="540385" h="711835">
                    <a:moveTo>
                      <a:pt x="0" y="0"/>
                    </a:moveTo>
                    <a:lnTo>
                      <a:pt x="540100" y="0"/>
                    </a:lnTo>
                    <a:lnTo>
                      <a:pt x="540100" y="711799"/>
                    </a:lnTo>
                    <a:lnTo>
                      <a:pt x="0" y="711799"/>
                    </a:lnTo>
                    <a:lnTo>
                      <a:pt x="0" y="0"/>
                    </a:lnTo>
                    <a:close/>
                  </a:path>
                  <a:path w="540385" h="711835">
                    <a:moveTo>
                      <a:pt x="72730" y="143686"/>
                    </a:moveTo>
                    <a:lnTo>
                      <a:pt x="122059" y="130167"/>
                    </a:lnTo>
                    <a:lnTo>
                      <a:pt x="171389" y="120497"/>
                    </a:lnTo>
                    <a:lnTo>
                      <a:pt x="220718" y="114682"/>
                    </a:lnTo>
                    <a:lnTo>
                      <a:pt x="270048" y="112730"/>
                    </a:lnTo>
                    <a:lnTo>
                      <a:pt x="319378" y="114648"/>
                    </a:lnTo>
                    <a:lnTo>
                      <a:pt x="368707" y="120442"/>
                    </a:lnTo>
                    <a:lnTo>
                      <a:pt x="418037" y="130119"/>
                    </a:lnTo>
                    <a:lnTo>
                      <a:pt x="467366" y="143686"/>
                    </a:lnTo>
                  </a:path>
                  <a:path w="540385" h="711835">
                    <a:moveTo>
                      <a:pt x="72730" y="251687"/>
                    </a:moveTo>
                    <a:lnTo>
                      <a:pt x="122059" y="238168"/>
                    </a:lnTo>
                    <a:lnTo>
                      <a:pt x="171389" y="228497"/>
                    </a:lnTo>
                    <a:lnTo>
                      <a:pt x="220718" y="222683"/>
                    </a:lnTo>
                    <a:lnTo>
                      <a:pt x="270048" y="220731"/>
                    </a:lnTo>
                    <a:lnTo>
                      <a:pt x="319378" y="222649"/>
                    </a:lnTo>
                    <a:lnTo>
                      <a:pt x="368707" y="228443"/>
                    </a:lnTo>
                    <a:lnTo>
                      <a:pt x="418037" y="238120"/>
                    </a:lnTo>
                    <a:lnTo>
                      <a:pt x="467366" y="251687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65" name="object 45">
                <a:extLst>
                  <a:ext uri="{FF2B5EF4-FFF2-40B4-BE49-F238E27FC236}">
                    <a16:creationId xmlns:a16="http://schemas.microsoft.com/office/drawing/2014/main" id="{56EA1049-AE5A-EC60-E487-9141D2E570F5}"/>
                  </a:ext>
                </a:extLst>
              </p:cNvPr>
              <p:cNvSpPr/>
              <p:nvPr/>
            </p:nvSpPr>
            <p:spPr>
              <a:xfrm>
                <a:off x="914239" y="5335371"/>
                <a:ext cx="1244239" cy="949412"/>
              </a:xfrm>
              <a:custGeom>
                <a:avLst/>
                <a:gdLst/>
                <a:ahLst/>
                <a:cxnLst/>
                <a:rect l="l" t="t" r="r" b="b"/>
                <a:pathLst>
                  <a:path w="900430" h="687070">
                    <a:moveTo>
                      <a:pt x="0" y="115408"/>
                    </a:moveTo>
                    <a:lnTo>
                      <a:pt x="899999" y="115408"/>
                    </a:lnTo>
                    <a:lnTo>
                      <a:pt x="899999" y="687073"/>
                    </a:lnTo>
                    <a:lnTo>
                      <a:pt x="0" y="687073"/>
                    </a:lnTo>
                    <a:lnTo>
                      <a:pt x="0" y="115408"/>
                    </a:lnTo>
                    <a:close/>
                  </a:path>
                  <a:path w="900430" h="687070">
                    <a:moveTo>
                      <a:pt x="231300" y="115401"/>
                    </a:moveTo>
                    <a:lnTo>
                      <a:pt x="264901" y="76445"/>
                    </a:lnTo>
                    <a:lnTo>
                      <a:pt x="304474" y="44456"/>
                    </a:lnTo>
                    <a:lnTo>
                      <a:pt x="349116" y="20405"/>
                    </a:lnTo>
                    <a:lnTo>
                      <a:pt x="397925" y="5263"/>
                    </a:lnTo>
                    <a:lnTo>
                      <a:pt x="449999" y="0"/>
                    </a:lnTo>
                    <a:lnTo>
                      <a:pt x="502072" y="5263"/>
                    </a:lnTo>
                    <a:lnTo>
                      <a:pt x="550881" y="20408"/>
                    </a:lnTo>
                    <a:lnTo>
                      <a:pt x="595523" y="44461"/>
                    </a:lnTo>
                    <a:lnTo>
                      <a:pt x="635097" y="76452"/>
                    </a:lnTo>
                    <a:lnTo>
                      <a:pt x="668699" y="115408"/>
                    </a:lnTo>
                  </a:path>
                  <a:path w="900430" h="687070">
                    <a:moveTo>
                      <a:pt x="111635" y="117590"/>
                    </a:moveTo>
                    <a:lnTo>
                      <a:pt x="2180" y="227044"/>
                    </a:lnTo>
                  </a:path>
                  <a:path w="900430" h="687070">
                    <a:moveTo>
                      <a:pt x="200245" y="119321"/>
                    </a:moveTo>
                    <a:lnTo>
                      <a:pt x="3912" y="315654"/>
                    </a:lnTo>
                  </a:path>
                  <a:path w="900430" h="687070">
                    <a:moveTo>
                      <a:pt x="288856" y="121053"/>
                    </a:moveTo>
                    <a:lnTo>
                      <a:pt x="5643" y="404265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66" name="object 46">
                <a:extLst>
                  <a:ext uri="{FF2B5EF4-FFF2-40B4-BE49-F238E27FC236}">
                    <a16:creationId xmlns:a16="http://schemas.microsoft.com/office/drawing/2014/main" id="{17BAB113-CD41-DAD8-80E0-221FF7934578}"/>
                  </a:ext>
                </a:extLst>
              </p:cNvPr>
              <p:cNvSpPr/>
              <p:nvPr/>
            </p:nvSpPr>
            <p:spPr>
              <a:xfrm>
                <a:off x="926825" y="5501856"/>
                <a:ext cx="783117" cy="783117"/>
              </a:xfrm>
              <a:custGeom>
                <a:avLst/>
                <a:gdLst/>
                <a:ahLst/>
                <a:cxnLst/>
                <a:rect l="l" t="t" r="r" b="b"/>
                <a:pathLst>
                  <a:path w="565785" h="565785">
                    <a:moveTo>
                      <a:pt x="384843" y="0"/>
                    </a:moveTo>
                    <a:lnTo>
                      <a:pt x="0" y="384843"/>
                    </a:lnTo>
                  </a:path>
                  <a:path w="565785" h="565785">
                    <a:moveTo>
                      <a:pt x="475184" y="0"/>
                    </a:moveTo>
                    <a:lnTo>
                      <a:pt x="0" y="475185"/>
                    </a:lnTo>
                  </a:path>
                  <a:path w="565785" h="565785">
                    <a:moveTo>
                      <a:pt x="565527" y="0"/>
                    </a:moveTo>
                    <a:lnTo>
                      <a:pt x="0" y="565527"/>
                    </a:lnTo>
                  </a:path>
                </a:pathLst>
              </a:custGeom>
              <a:ln w="14400">
                <a:solidFill>
                  <a:srgbClr val="231F20"/>
                </a:solidFill>
                <a:prstDash val="solid"/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 dirty="0"/>
              </a:p>
            </p:txBody>
          </p:sp>
          <p:sp>
            <p:nvSpPr>
              <p:cNvPr id="69" name="object 49">
                <a:extLst>
                  <a:ext uri="{FF2B5EF4-FFF2-40B4-BE49-F238E27FC236}">
                    <a16:creationId xmlns:a16="http://schemas.microsoft.com/office/drawing/2014/main" id="{36C71C53-511D-8966-A398-392E8158105C}"/>
                  </a:ext>
                </a:extLst>
              </p:cNvPr>
              <p:cNvSpPr/>
              <p:nvPr/>
            </p:nvSpPr>
            <p:spPr>
              <a:xfrm>
                <a:off x="1039481" y="4511436"/>
                <a:ext cx="305925" cy="166731"/>
              </a:xfrm>
              <a:custGeom>
                <a:avLst/>
                <a:gdLst/>
                <a:ahLst/>
                <a:cxnLst/>
                <a:rect l="l" t="t" r="r" b="b"/>
                <a:pathLst>
                  <a:path w="259715" h="133985">
                    <a:moveTo>
                      <a:pt x="15463" y="0"/>
                    </a:moveTo>
                    <a:lnTo>
                      <a:pt x="4068" y="28669"/>
                    </a:lnTo>
                    <a:lnTo>
                      <a:pt x="0" y="66902"/>
                    </a:lnTo>
                    <a:lnTo>
                      <a:pt x="3663" y="105134"/>
                    </a:lnTo>
                    <a:lnTo>
                      <a:pt x="15463" y="133800"/>
                    </a:lnTo>
                  </a:path>
                  <a:path w="259715" h="133985">
                    <a:moveTo>
                      <a:pt x="76455" y="0"/>
                    </a:moveTo>
                    <a:lnTo>
                      <a:pt x="65060" y="28669"/>
                    </a:lnTo>
                    <a:lnTo>
                      <a:pt x="60991" y="66902"/>
                    </a:lnTo>
                    <a:lnTo>
                      <a:pt x="64654" y="105134"/>
                    </a:lnTo>
                    <a:lnTo>
                      <a:pt x="76455" y="133800"/>
                    </a:lnTo>
                  </a:path>
                  <a:path w="259715" h="133985">
                    <a:moveTo>
                      <a:pt x="137447" y="0"/>
                    </a:moveTo>
                    <a:lnTo>
                      <a:pt x="126051" y="28669"/>
                    </a:lnTo>
                    <a:lnTo>
                      <a:pt x="121982" y="66902"/>
                    </a:lnTo>
                    <a:lnTo>
                      <a:pt x="125645" y="105134"/>
                    </a:lnTo>
                    <a:lnTo>
                      <a:pt x="137447" y="133800"/>
                    </a:lnTo>
                  </a:path>
                  <a:path w="259715" h="133985">
                    <a:moveTo>
                      <a:pt x="198437" y="0"/>
                    </a:moveTo>
                    <a:lnTo>
                      <a:pt x="187042" y="28669"/>
                    </a:lnTo>
                    <a:lnTo>
                      <a:pt x="182973" y="66902"/>
                    </a:lnTo>
                    <a:lnTo>
                      <a:pt x="186636" y="105134"/>
                    </a:lnTo>
                    <a:lnTo>
                      <a:pt x="198437" y="133800"/>
                    </a:lnTo>
                  </a:path>
                  <a:path w="259715" h="133985">
                    <a:moveTo>
                      <a:pt x="259429" y="0"/>
                    </a:moveTo>
                    <a:lnTo>
                      <a:pt x="248034" y="28669"/>
                    </a:lnTo>
                    <a:lnTo>
                      <a:pt x="243965" y="66902"/>
                    </a:lnTo>
                    <a:lnTo>
                      <a:pt x="247628" y="105134"/>
                    </a:lnTo>
                    <a:lnTo>
                      <a:pt x="259429" y="133800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80" name="Прямокутник 79">
                <a:extLst>
                  <a:ext uri="{FF2B5EF4-FFF2-40B4-BE49-F238E27FC236}">
                    <a16:creationId xmlns:a16="http://schemas.microsoft.com/office/drawing/2014/main" id="{953AD5D5-C2E1-6A8A-0F08-1B1A6FFA0582}"/>
                  </a:ext>
                </a:extLst>
              </p:cNvPr>
              <p:cNvSpPr/>
              <p:nvPr/>
            </p:nvSpPr>
            <p:spPr>
              <a:xfrm>
                <a:off x="2063189" y="4517971"/>
                <a:ext cx="170124" cy="803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grpSp>
          <p:nvGrpSpPr>
            <p:cNvPr id="83" name="Групувати 82">
              <a:extLst>
                <a:ext uri="{FF2B5EF4-FFF2-40B4-BE49-F238E27FC236}">
                  <a16:creationId xmlns:a16="http://schemas.microsoft.com/office/drawing/2014/main" id="{0DB4AD4A-208E-48E3-40C1-5FD1D9F4A2D1}"/>
                </a:ext>
              </a:extLst>
            </p:cNvPr>
            <p:cNvGrpSpPr/>
            <p:nvPr/>
          </p:nvGrpSpPr>
          <p:grpSpPr>
            <a:xfrm>
              <a:off x="2842412" y="2110936"/>
              <a:ext cx="1483760" cy="4168019"/>
              <a:chOff x="914239" y="2116954"/>
              <a:chExt cx="1483760" cy="4168019"/>
            </a:xfrm>
          </p:grpSpPr>
          <p:sp>
            <p:nvSpPr>
              <p:cNvPr id="84" name="object 36">
                <a:extLst>
                  <a:ext uri="{FF2B5EF4-FFF2-40B4-BE49-F238E27FC236}">
                    <a16:creationId xmlns:a16="http://schemas.microsoft.com/office/drawing/2014/main" id="{234BB4C0-5560-3838-6AAB-C0C08F9EECB5}"/>
                  </a:ext>
                </a:extLst>
              </p:cNvPr>
              <p:cNvSpPr/>
              <p:nvPr/>
            </p:nvSpPr>
            <p:spPr>
              <a:xfrm>
                <a:off x="914239" y="4492660"/>
                <a:ext cx="1141734" cy="196318"/>
              </a:xfrm>
              <a:custGeom>
                <a:avLst/>
                <a:gdLst/>
                <a:ahLst/>
                <a:cxnLst/>
                <a:rect l="l" t="t" r="r" b="b"/>
                <a:pathLst>
                  <a:path w="897255" h="133985">
                    <a:moveTo>
                      <a:pt x="584073" y="133290"/>
                    </a:moveTo>
                    <a:lnTo>
                      <a:pt x="584073" y="133290"/>
                    </a:lnTo>
                    <a:lnTo>
                      <a:pt x="17682" y="133290"/>
                    </a:lnTo>
                    <a:lnTo>
                      <a:pt x="4428" y="100363"/>
                    </a:lnTo>
                    <a:lnTo>
                      <a:pt x="0" y="67254"/>
                    </a:lnTo>
                    <a:lnTo>
                      <a:pt x="4412" y="33969"/>
                    </a:lnTo>
                    <a:lnTo>
                      <a:pt x="17682" y="511"/>
                    </a:lnTo>
                    <a:lnTo>
                      <a:pt x="584073" y="511"/>
                    </a:lnTo>
                  </a:path>
                  <a:path w="897255" h="133985">
                    <a:moveTo>
                      <a:pt x="896939" y="66902"/>
                    </a:moveTo>
                    <a:lnTo>
                      <a:pt x="740771" y="33455"/>
                    </a:lnTo>
                    <a:lnTo>
                      <a:pt x="584610" y="0"/>
                    </a:lnTo>
                    <a:lnTo>
                      <a:pt x="573215" y="28669"/>
                    </a:lnTo>
                    <a:lnTo>
                      <a:pt x="569146" y="66902"/>
                    </a:lnTo>
                    <a:lnTo>
                      <a:pt x="572809" y="105134"/>
                    </a:lnTo>
                    <a:lnTo>
                      <a:pt x="584610" y="133800"/>
                    </a:lnTo>
                    <a:lnTo>
                      <a:pt x="740771" y="100346"/>
                    </a:lnTo>
                    <a:lnTo>
                      <a:pt x="896939" y="66902"/>
                    </a:lnTo>
                    <a:close/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85" name="object 37">
                <a:extLst>
                  <a:ext uri="{FF2B5EF4-FFF2-40B4-BE49-F238E27FC236}">
                    <a16:creationId xmlns:a16="http://schemas.microsoft.com/office/drawing/2014/main" id="{5C5B3C18-1AAD-D638-7EE3-5D4AD6CEA229}"/>
                  </a:ext>
                </a:extLst>
              </p:cNvPr>
              <p:cNvSpPr/>
              <p:nvPr/>
            </p:nvSpPr>
            <p:spPr>
              <a:xfrm>
                <a:off x="1955219" y="4575360"/>
                <a:ext cx="78105" cy="33655"/>
              </a:xfrm>
              <a:custGeom>
                <a:avLst/>
                <a:gdLst/>
                <a:ahLst/>
                <a:cxnLst/>
                <a:rect l="l" t="t" r="r" b="b"/>
                <a:pathLst>
                  <a:path w="78105" h="33655">
                    <a:moveTo>
                      <a:pt x="0" y="0"/>
                    </a:moveTo>
                    <a:lnTo>
                      <a:pt x="0" y="33446"/>
                    </a:lnTo>
                    <a:lnTo>
                      <a:pt x="78084" y="16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86" name="object 38">
                <a:extLst>
                  <a:ext uri="{FF2B5EF4-FFF2-40B4-BE49-F238E27FC236}">
                    <a16:creationId xmlns:a16="http://schemas.microsoft.com/office/drawing/2014/main" id="{1C88DF27-FBD5-072B-025E-769A5AD4233B}"/>
                  </a:ext>
                </a:extLst>
              </p:cNvPr>
              <p:cNvSpPr/>
              <p:nvPr/>
            </p:nvSpPr>
            <p:spPr>
              <a:xfrm>
                <a:off x="914239" y="2116954"/>
                <a:ext cx="1282859" cy="2462914"/>
              </a:xfrm>
              <a:custGeom>
                <a:avLst/>
                <a:gdLst/>
                <a:ahLst/>
                <a:cxnLst/>
                <a:rect l="l" t="t" r="r" b="b"/>
                <a:pathLst>
                  <a:path w="899160" h="1811655">
                    <a:moveTo>
                      <a:pt x="896720" y="1794534"/>
                    </a:moveTo>
                    <a:lnTo>
                      <a:pt x="818635" y="1777813"/>
                    </a:lnTo>
                    <a:lnTo>
                      <a:pt x="818635" y="1811260"/>
                    </a:lnTo>
                    <a:lnTo>
                      <a:pt x="896720" y="1794534"/>
                    </a:lnTo>
                    <a:close/>
                  </a:path>
                  <a:path w="899160" h="1811655">
                    <a:moveTo>
                      <a:pt x="0" y="0"/>
                    </a:moveTo>
                    <a:lnTo>
                      <a:pt x="898732" y="0"/>
                    </a:lnTo>
                    <a:lnTo>
                      <a:pt x="898732" y="350704"/>
                    </a:lnTo>
                    <a:lnTo>
                      <a:pt x="0" y="350704"/>
                    </a:lnTo>
                    <a:lnTo>
                      <a:pt x="0" y="0"/>
                    </a:lnTo>
                    <a:close/>
                  </a:path>
                  <a:path w="899160" h="1811655">
                    <a:moveTo>
                      <a:pt x="935" y="144626"/>
                    </a:moveTo>
                    <a:lnTo>
                      <a:pt x="897796" y="144626"/>
                    </a:lnTo>
                  </a:path>
                  <a:path w="899160" h="1811655">
                    <a:moveTo>
                      <a:pt x="81100" y="582"/>
                    </a:moveTo>
                    <a:lnTo>
                      <a:pt x="81100" y="143819"/>
                    </a:lnTo>
                  </a:path>
                  <a:path w="899160" h="1811655">
                    <a:moveTo>
                      <a:pt x="173163" y="582"/>
                    </a:moveTo>
                    <a:lnTo>
                      <a:pt x="173163" y="143819"/>
                    </a:lnTo>
                  </a:path>
                  <a:path w="899160" h="1811655">
                    <a:moveTo>
                      <a:pt x="265233" y="582"/>
                    </a:moveTo>
                    <a:lnTo>
                      <a:pt x="265233" y="143819"/>
                    </a:lnTo>
                  </a:path>
                  <a:path w="899160" h="1811655">
                    <a:moveTo>
                      <a:pt x="449366" y="582"/>
                    </a:moveTo>
                    <a:lnTo>
                      <a:pt x="449366" y="143819"/>
                    </a:lnTo>
                  </a:path>
                  <a:path w="899160" h="1811655">
                    <a:moveTo>
                      <a:pt x="357299" y="582"/>
                    </a:moveTo>
                    <a:lnTo>
                      <a:pt x="357299" y="143819"/>
                    </a:lnTo>
                  </a:path>
                  <a:path w="899160" h="1811655">
                    <a:moveTo>
                      <a:pt x="541432" y="582"/>
                    </a:moveTo>
                    <a:lnTo>
                      <a:pt x="541432" y="143819"/>
                    </a:lnTo>
                  </a:path>
                  <a:path w="899160" h="1811655">
                    <a:moveTo>
                      <a:pt x="633498" y="582"/>
                    </a:moveTo>
                    <a:lnTo>
                      <a:pt x="633498" y="143819"/>
                    </a:lnTo>
                  </a:path>
                  <a:path w="899160" h="1811655">
                    <a:moveTo>
                      <a:pt x="725564" y="582"/>
                    </a:moveTo>
                    <a:lnTo>
                      <a:pt x="725564" y="143819"/>
                    </a:lnTo>
                  </a:path>
                  <a:path w="899160" h="1811655">
                    <a:moveTo>
                      <a:pt x="817632" y="582"/>
                    </a:moveTo>
                    <a:lnTo>
                      <a:pt x="817632" y="143819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87" name="object 40">
                <a:extLst>
                  <a:ext uri="{FF2B5EF4-FFF2-40B4-BE49-F238E27FC236}">
                    <a16:creationId xmlns:a16="http://schemas.microsoft.com/office/drawing/2014/main" id="{E9C58F93-0C13-A0F6-3882-52D0E1157FF9}"/>
                  </a:ext>
                </a:extLst>
              </p:cNvPr>
              <p:cNvSpPr/>
              <p:nvPr/>
            </p:nvSpPr>
            <p:spPr>
              <a:xfrm>
                <a:off x="914239" y="2910295"/>
                <a:ext cx="742052" cy="977485"/>
              </a:xfrm>
              <a:custGeom>
                <a:avLst/>
                <a:gdLst/>
                <a:ahLst/>
                <a:cxnLst/>
                <a:rect l="l" t="t" r="r" b="b"/>
                <a:pathLst>
                  <a:path w="540385" h="711835">
                    <a:moveTo>
                      <a:pt x="0" y="0"/>
                    </a:moveTo>
                    <a:lnTo>
                      <a:pt x="540100" y="0"/>
                    </a:lnTo>
                    <a:lnTo>
                      <a:pt x="540100" y="711799"/>
                    </a:lnTo>
                    <a:lnTo>
                      <a:pt x="0" y="711799"/>
                    </a:lnTo>
                    <a:lnTo>
                      <a:pt x="0" y="0"/>
                    </a:lnTo>
                    <a:close/>
                  </a:path>
                  <a:path w="540385" h="711835">
                    <a:moveTo>
                      <a:pt x="72730" y="143686"/>
                    </a:moveTo>
                    <a:lnTo>
                      <a:pt x="122059" y="130167"/>
                    </a:lnTo>
                    <a:lnTo>
                      <a:pt x="171389" y="120497"/>
                    </a:lnTo>
                    <a:lnTo>
                      <a:pt x="220718" y="114682"/>
                    </a:lnTo>
                    <a:lnTo>
                      <a:pt x="270048" y="112730"/>
                    </a:lnTo>
                    <a:lnTo>
                      <a:pt x="319378" y="114648"/>
                    </a:lnTo>
                    <a:lnTo>
                      <a:pt x="368707" y="120442"/>
                    </a:lnTo>
                    <a:lnTo>
                      <a:pt x="418037" y="130119"/>
                    </a:lnTo>
                    <a:lnTo>
                      <a:pt x="467366" y="143686"/>
                    </a:lnTo>
                  </a:path>
                  <a:path w="540385" h="711835">
                    <a:moveTo>
                      <a:pt x="72730" y="251687"/>
                    </a:moveTo>
                    <a:lnTo>
                      <a:pt x="122059" y="238168"/>
                    </a:lnTo>
                    <a:lnTo>
                      <a:pt x="171389" y="228497"/>
                    </a:lnTo>
                    <a:lnTo>
                      <a:pt x="220718" y="222683"/>
                    </a:lnTo>
                    <a:lnTo>
                      <a:pt x="270048" y="220731"/>
                    </a:lnTo>
                    <a:lnTo>
                      <a:pt x="319378" y="222649"/>
                    </a:lnTo>
                    <a:lnTo>
                      <a:pt x="368707" y="228443"/>
                    </a:lnTo>
                    <a:lnTo>
                      <a:pt x="418037" y="238120"/>
                    </a:lnTo>
                    <a:lnTo>
                      <a:pt x="467366" y="251687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88" name="object 41">
                <a:extLst>
                  <a:ext uri="{FF2B5EF4-FFF2-40B4-BE49-F238E27FC236}">
                    <a16:creationId xmlns:a16="http://schemas.microsoft.com/office/drawing/2014/main" id="{9FA3CE31-11DD-471D-0D42-260B547FC168}"/>
                  </a:ext>
                </a:extLst>
              </p:cNvPr>
              <p:cNvSpPr/>
              <p:nvPr/>
            </p:nvSpPr>
            <p:spPr>
              <a:xfrm>
                <a:off x="1029454" y="3341992"/>
                <a:ext cx="518257" cy="324119"/>
              </a:xfrm>
              <a:custGeom>
                <a:avLst/>
                <a:gdLst/>
                <a:ahLst/>
                <a:cxnLst/>
                <a:rect l="l" t="t" r="r" b="b"/>
                <a:pathLst>
                  <a:path w="394969" h="247014">
                    <a:moveTo>
                      <a:pt x="0" y="30955"/>
                    </a:moveTo>
                    <a:lnTo>
                      <a:pt x="49329" y="17436"/>
                    </a:lnTo>
                    <a:lnTo>
                      <a:pt x="98658" y="7766"/>
                    </a:lnTo>
                    <a:lnTo>
                      <a:pt x="147988" y="1951"/>
                    </a:lnTo>
                    <a:lnTo>
                      <a:pt x="197317" y="0"/>
                    </a:lnTo>
                    <a:lnTo>
                      <a:pt x="246647" y="1917"/>
                    </a:lnTo>
                    <a:lnTo>
                      <a:pt x="295977" y="7711"/>
                    </a:lnTo>
                    <a:lnTo>
                      <a:pt x="345306" y="17388"/>
                    </a:lnTo>
                    <a:lnTo>
                      <a:pt x="394635" y="30955"/>
                    </a:lnTo>
                  </a:path>
                  <a:path w="394969" h="247014">
                    <a:moveTo>
                      <a:pt x="0" y="138955"/>
                    </a:moveTo>
                    <a:lnTo>
                      <a:pt x="49329" y="125436"/>
                    </a:lnTo>
                    <a:lnTo>
                      <a:pt x="98658" y="115766"/>
                    </a:lnTo>
                    <a:lnTo>
                      <a:pt x="147988" y="109952"/>
                    </a:lnTo>
                    <a:lnTo>
                      <a:pt x="197317" y="108000"/>
                    </a:lnTo>
                    <a:lnTo>
                      <a:pt x="246647" y="109918"/>
                    </a:lnTo>
                    <a:lnTo>
                      <a:pt x="295977" y="115711"/>
                    </a:lnTo>
                    <a:lnTo>
                      <a:pt x="345306" y="125388"/>
                    </a:lnTo>
                    <a:lnTo>
                      <a:pt x="394635" y="138955"/>
                    </a:lnTo>
                  </a:path>
                  <a:path w="394969" h="247014">
                    <a:moveTo>
                      <a:pt x="0" y="246956"/>
                    </a:moveTo>
                    <a:lnTo>
                      <a:pt x="49329" y="233436"/>
                    </a:lnTo>
                    <a:lnTo>
                      <a:pt x="98658" y="223766"/>
                    </a:lnTo>
                    <a:lnTo>
                      <a:pt x="147988" y="217952"/>
                    </a:lnTo>
                    <a:lnTo>
                      <a:pt x="197317" y="216000"/>
                    </a:lnTo>
                    <a:lnTo>
                      <a:pt x="246647" y="217917"/>
                    </a:lnTo>
                    <a:lnTo>
                      <a:pt x="295977" y="223711"/>
                    </a:lnTo>
                    <a:lnTo>
                      <a:pt x="345306" y="233389"/>
                    </a:lnTo>
                    <a:lnTo>
                      <a:pt x="394635" y="246956"/>
                    </a:lnTo>
                  </a:path>
                </a:pathLst>
              </a:custGeom>
              <a:ln w="14400">
                <a:solidFill>
                  <a:srgbClr val="231F20"/>
                </a:solidFill>
                <a:prstDash val="solid"/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89" name="object 42">
                <a:extLst>
                  <a:ext uri="{FF2B5EF4-FFF2-40B4-BE49-F238E27FC236}">
                    <a16:creationId xmlns:a16="http://schemas.microsoft.com/office/drawing/2014/main" id="{017A9A42-4B37-D86B-1267-CF6DC84EDC57}"/>
                  </a:ext>
                </a:extLst>
              </p:cNvPr>
              <p:cNvSpPr/>
              <p:nvPr/>
            </p:nvSpPr>
            <p:spPr>
              <a:xfrm>
                <a:off x="1655949" y="2910275"/>
                <a:ext cx="742050" cy="977483"/>
              </a:xfrm>
              <a:custGeom>
                <a:avLst/>
                <a:gdLst/>
                <a:ahLst/>
                <a:cxnLst/>
                <a:rect l="l" t="t" r="r" b="b"/>
                <a:pathLst>
                  <a:path w="540385" h="711835">
                    <a:moveTo>
                      <a:pt x="0" y="0"/>
                    </a:moveTo>
                    <a:lnTo>
                      <a:pt x="540100" y="0"/>
                    </a:lnTo>
                    <a:lnTo>
                      <a:pt x="540100" y="711799"/>
                    </a:lnTo>
                    <a:lnTo>
                      <a:pt x="0" y="711799"/>
                    </a:lnTo>
                    <a:lnTo>
                      <a:pt x="0" y="0"/>
                    </a:lnTo>
                    <a:close/>
                  </a:path>
                  <a:path w="540385" h="711835">
                    <a:moveTo>
                      <a:pt x="72730" y="143686"/>
                    </a:moveTo>
                    <a:lnTo>
                      <a:pt x="122059" y="130167"/>
                    </a:lnTo>
                    <a:lnTo>
                      <a:pt x="171389" y="120497"/>
                    </a:lnTo>
                    <a:lnTo>
                      <a:pt x="220718" y="114682"/>
                    </a:lnTo>
                    <a:lnTo>
                      <a:pt x="270048" y="112730"/>
                    </a:lnTo>
                    <a:lnTo>
                      <a:pt x="319378" y="114648"/>
                    </a:lnTo>
                    <a:lnTo>
                      <a:pt x="368707" y="120442"/>
                    </a:lnTo>
                    <a:lnTo>
                      <a:pt x="418037" y="130119"/>
                    </a:lnTo>
                    <a:lnTo>
                      <a:pt x="467366" y="143686"/>
                    </a:lnTo>
                  </a:path>
                  <a:path w="540385" h="711835">
                    <a:moveTo>
                      <a:pt x="72730" y="251687"/>
                    </a:moveTo>
                    <a:lnTo>
                      <a:pt x="122059" y="238168"/>
                    </a:lnTo>
                    <a:lnTo>
                      <a:pt x="171389" y="228497"/>
                    </a:lnTo>
                    <a:lnTo>
                      <a:pt x="220718" y="222683"/>
                    </a:lnTo>
                    <a:lnTo>
                      <a:pt x="270048" y="220731"/>
                    </a:lnTo>
                    <a:lnTo>
                      <a:pt x="319378" y="222649"/>
                    </a:lnTo>
                    <a:lnTo>
                      <a:pt x="368707" y="228443"/>
                    </a:lnTo>
                    <a:lnTo>
                      <a:pt x="418037" y="238120"/>
                    </a:lnTo>
                    <a:lnTo>
                      <a:pt x="467366" y="251687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0" name="object 45">
                <a:extLst>
                  <a:ext uri="{FF2B5EF4-FFF2-40B4-BE49-F238E27FC236}">
                    <a16:creationId xmlns:a16="http://schemas.microsoft.com/office/drawing/2014/main" id="{C90E17DA-4703-75B5-6423-C450DECB9D2A}"/>
                  </a:ext>
                </a:extLst>
              </p:cNvPr>
              <p:cNvSpPr/>
              <p:nvPr/>
            </p:nvSpPr>
            <p:spPr>
              <a:xfrm>
                <a:off x="914239" y="5335371"/>
                <a:ext cx="1244239" cy="949412"/>
              </a:xfrm>
              <a:custGeom>
                <a:avLst/>
                <a:gdLst/>
                <a:ahLst/>
                <a:cxnLst/>
                <a:rect l="l" t="t" r="r" b="b"/>
                <a:pathLst>
                  <a:path w="900430" h="687070">
                    <a:moveTo>
                      <a:pt x="0" y="115408"/>
                    </a:moveTo>
                    <a:lnTo>
                      <a:pt x="899999" y="115408"/>
                    </a:lnTo>
                    <a:lnTo>
                      <a:pt x="899999" y="687073"/>
                    </a:lnTo>
                    <a:lnTo>
                      <a:pt x="0" y="687073"/>
                    </a:lnTo>
                    <a:lnTo>
                      <a:pt x="0" y="115408"/>
                    </a:lnTo>
                    <a:close/>
                  </a:path>
                  <a:path w="900430" h="687070">
                    <a:moveTo>
                      <a:pt x="231300" y="115401"/>
                    </a:moveTo>
                    <a:lnTo>
                      <a:pt x="264901" y="76445"/>
                    </a:lnTo>
                    <a:lnTo>
                      <a:pt x="304474" y="44456"/>
                    </a:lnTo>
                    <a:lnTo>
                      <a:pt x="349116" y="20405"/>
                    </a:lnTo>
                    <a:lnTo>
                      <a:pt x="397925" y="5263"/>
                    </a:lnTo>
                    <a:lnTo>
                      <a:pt x="449999" y="0"/>
                    </a:lnTo>
                    <a:lnTo>
                      <a:pt x="502072" y="5263"/>
                    </a:lnTo>
                    <a:lnTo>
                      <a:pt x="550881" y="20408"/>
                    </a:lnTo>
                    <a:lnTo>
                      <a:pt x="595523" y="44461"/>
                    </a:lnTo>
                    <a:lnTo>
                      <a:pt x="635097" y="76452"/>
                    </a:lnTo>
                    <a:lnTo>
                      <a:pt x="668699" y="115408"/>
                    </a:lnTo>
                  </a:path>
                  <a:path w="900430" h="687070">
                    <a:moveTo>
                      <a:pt x="111635" y="117590"/>
                    </a:moveTo>
                    <a:lnTo>
                      <a:pt x="2180" y="227044"/>
                    </a:lnTo>
                  </a:path>
                  <a:path w="900430" h="687070">
                    <a:moveTo>
                      <a:pt x="200245" y="119321"/>
                    </a:moveTo>
                    <a:lnTo>
                      <a:pt x="3912" y="315654"/>
                    </a:lnTo>
                  </a:path>
                  <a:path w="900430" h="687070">
                    <a:moveTo>
                      <a:pt x="288856" y="121053"/>
                    </a:moveTo>
                    <a:lnTo>
                      <a:pt x="5643" y="404265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1" name="object 46">
                <a:extLst>
                  <a:ext uri="{FF2B5EF4-FFF2-40B4-BE49-F238E27FC236}">
                    <a16:creationId xmlns:a16="http://schemas.microsoft.com/office/drawing/2014/main" id="{760603ED-D784-B81A-D9A4-F7D5E1FCFCEE}"/>
                  </a:ext>
                </a:extLst>
              </p:cNvPr>
              <p:cNvSpPr/>
              <p:nvPr/>
            </p:nvSpPr>
            <p:spPr>
              <a:xfrm>
                <a:off x="926825" y="5501856"/>
                <a:ext cx="783117" cy="783117"/>
              </a:xfrm>
              <a:custGeom>
                <a:avLst/>
                <a:gdLst/>
                <a:ahLst/>
                <a:cxnLst/>
                <a:rect l="l" t="t" r="r" b="b"/>
                <a:pathLst>
                  <a:path w="565785" h="565785">
                    <a:moveTo>
                      <a:pt x="384843" y="0"/>
                    </a:moveTo>
                    <a:lnTo>
                      <a:pt x="0" y="384843"/>
                    </a:lnTo>
                  </a:path>
                  <a:path w="565785" h="565785">
                    <a:moveTo>
                      <a:pt x="475184" y="0"/>
                    </a:moveTo>
                    <a:lnTo>
                      <a:pt x="0" y="475185"/>
                    </a:lnTo>
                  </a:path>
                  <a:path w="565785" h="565785">
                    <a:moveTo>
                      <a:pt x="565527" y="0"/>
                    </a:moveTo>
                    <a:lnTo>
                      <a:pt x="0" y="565527"/>
                    </a:lnTo>
                  </a:path>
                </a:pathLst>
              </a:custGeom>
              <a:ln w="14400">
                <a:solidFill>
                  <a:srgbClr val="231F20"/>
                </a:solidFill>
                <a:prstDash val="solid"/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2" name="object 49">
                <a:extLst>
                  <a:ext uri="{FF2B5EF4-FFF2-40B4-BE49-F238E27FC236}">
                    <a16:creationId xmlns:a16="http://schemas.microsoft.com/office/drawing/2014/main" id="{C11B444D-CDA8-AAC2-C7D1-F31F6A608942}"/>
                  </a:ext>
                </a:extLst>
              </p:cNvPr>
              <p:cNvSpPr/>
              <p:nvPr/>
            </p:nvSpPr>
            <p:spPr>
              <a:xfrm>
                <a:off x="1039481" y="4511436"/>
                <a:ext cx="305925" cy="166731"/>
              </a:xfrm>
              <a:custGeom>
                <a:avLst/>
                <a:gdLst/>
                <a:ahLst/>
                <a:cxnLst/>
                <a:rect l="l" t="t" r="r" b="b"/>
                <a:pathLst>
                  <a:path w="259715" h="133985">
                    <a:moveTo>
                      <a:pt x="15463" y="0"/>
                    </a:moveTo>
                    <a:lnTo>
                      <a:pt x="4068" y="28669"/>
                    </a:lnTo>
                    <a:lnTo>
                      <a:pt x="0" y="66902"/>
                    </a:lnTo>
                    <a:lnTo>
                      <a:pt x="3663" y="105134"/>
                    </a:lnTo>
                    <a:lnTo>
                      <a:pt x="15463" y="133800"/>
                    </a:lnTo>
                  </a:path>
                  <a:path w="259715" h="133985">
                    <a:moveTo>
                      <a:pt x="76455" y="0"/>
                    </a:moveTo>
                    <a:lnTo>
                      <a:pt x="65060" y="28669"/>
                    </a:lnTo>
                    <a:lnTo>
                      <a:pt x="60991" y="66902"/>
                    </a:lnTo>
                    <a:lnTo>
                      <a:pt x="64654" y="105134"/>
                    </a:lnTo>
                    <a:lnTo>
                      <a:pt x="76455" y="133800"/>
                    </a:lnTo>
                  </a:path>
                  <a:path w="259715" h="133985">
                    <a:moveTo>
                      <a:pt x="137447" y="0"/>
                    </a:moveTo>
                    <a:lnTo>
                      <a:pt x="126051" y="28669"/>
                    </a:lnTo>
                    <a:lnTo>
                      <a:pt x="121982" y="66902"/>
                    </a:lnTo>
                    <a:lnTo>
                      <a:pt x="125645" y="105134"/>
                    </a:lnTo>
                    <a:lnTo>
                      <a:pt x="137447" y="133800"/>
                    </a:lnTo>
                  </a:path>
                  <a:path w="259715" h="133985">
                    <a:moveTo>
                      <a:pt x="198437" y="0"/>
                    </a:moveTo>
                    <a:lnTo>
                      <a:pt x="187042" y="28669"/>
                    </a:lnTo>
                    <a:lnTo>
                      <a:pt x="182973" y="66902"/>
                    </a:lnTo>
                    <a:lnTo>
                      <a:pt x="186636" y="105134"/>
                    </a:lnTo>
                    <a:lnTo>
                      <a:pt x="198437" y="133800"/>
                    </a:lnTo>
                  </a:path>
                  <a:path w="259715" h="133985">
                    <a:moveTo>
                      <a:pt x="259429" y="0"/>
                    </a:moveTo>
                    <a:lnTo>
                      <a:pt x="248034" y="28669"/>
                    </a:lnTo>
                    <a:lnTo>
                      <a:pt x="243965" y="66902"/>
                    </a:lnTo>
                    <a:lnTo>
                      <a:pt x="247628" y="105134"/>
                    </a:lnTo>
                    <a:lnTo>
                      <a:pt x="259429" y="133800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3" name="Прямокутник 92">
                <a:extLst>
                  <a:ext uri="{FF2B5EF4-FFF2-40B4-BE49-F238E27FC236}">
                    <a16:creationId xmlns:a16="http://schemas.microsoft.com/office/drawing/2014/main" id="{B6FC87E0-C1BB-03D9-15C9-D13EADCA5B24}"/>
                  </a:ext>
                </a:extLst>
              </p:cNvPr>
              <p:cNvSpPr/>
              <p:nvPr/>
            </p:nvSpPr>
            <p:spPr>
              <a:xfrm>
                <a:off x="2063189" y="4517971"/>
                <a:ext cx="170124" cy="803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grpSp>
          <p:nvGrpSpPr>
            <p:cNvPr id="94" name="Групувати 93">
              <a:extLst>
                <a:ext uri="{FF2B5EF4-FFF2-40B4-BE49-F238E27FC236}">
                  <a16:creationId xmlns:a16="http://schemas.microsoft.com/office/drawing/2014/main" id="{08127E04-2146-AE56-C74A-8911C5C0DF89}"/>
                </a:ext>
              </a:extLst>
            </p:cNvPr>
            <p:cNvGrpSpPr/>
            <p:nvPr/>
          </p:nvGrpSpPr>
          <p:grpSpPr>
            <a:xfrm>
              <a:off x="4982516" y="2106704"/>
              <a:ext cx="1483760" cy="4168019"/>
              <a:chOff x="914239" y="2116954"/>
              <a:chExt cx="1483760" cy="4168019"/>
            </a:xfrm>
          </p:grpSpPr>
          <p:sp>
            <p:nvSpPr>
              <p:cNvPr id="95" name="object 36">
                <a:extLst>
                  <a:ext uri="{FF2B5EF4-FFF2-40B4-BE49-F238E27FC236}">
                    <a16:creationId xmlns:a16="http://schemas.microsoft.com/office/drawing/2014/main" id="{73DC5A3C-521B-A370-6BAD-39B75AB7CDDB}"/>
                  </a:ext>
                </a:extLst>
              </p:cNvPr>
              <p:cNvSpPr/>
              <p:nvPr/>
            </p:nvSpPr>
            <p:spPr>
              <a:xfrm>
                <a:off x="914239" y="4492660"/>
                <a:ext cx="1141734" cy="196318"/>
              </a:xfrm>
              <a:custGeom>
                <a:avLst/>
                <a:gdLst/>
                <a:ahLst/>
                <a:cxnLst/>
                <a:rect l="l" t="t" r="r" b="b"/>
                <a:pathLst>
                  <a:path w="897255" h="133985">
                    <a:moveTo>
                      <a:pt x="584073" y="133290"/>
                    </a:moveTo>
                    <a:lnTo>
                      <a:pt x="584073" y="133290"/>
                    </a:lnTo>
                    <a:lnTo>
                      <a:pt x="17682" y="133290"/>
                    </a:lnTo>
                    <a:lnTo>
                      <a:pt x="4428" y="100363"/>
                    </a:lnTo>
                    <a:lnTo>
                      <a:pt x="0" y="67254"/>
                    </a:lnTo>
                    <a:lnTo>
                      <a:pt x="4412" y="33969"/>
                    </a:lnTo>
                    <a:lnTo>
                      <a:pt x="17682" y="511"/>
                    </a:lnTo>
                    <a:lnTo>
                      <a:pt x="584073" y="511"/>
                    </a:lnTo>
                  </a:path>
                  <a:path w="897255" h="133985">
                    <a:moveTo>
                      <a:pt x="896939" y="66902"/>
                    </a:moveTo>
                    <a:lnTo>
                      <a:pt x="740771" y="33455"/>
                    </a:lnTo>
                    <a:lnTo>
                      <a:pt x="584610" y="0"/>
                    </a:lnTo>
                    <a:lnTo>
                      <a:pt x="573215" y="28669"/>
                    </a:lnTo>
                    <a:lnTo>
                      <a:pt x="569146" y="66902"/>
                    </a:lnTo>
                    <a:lnTo>
                      <a:pt x="572809" y="105134"/>
                    </a:lnTo>
                    <a:lnTo>
                      <a:pt x="584610" y="133800"/>
                    </a:lnTo>
                    <a:lnTo>
                      <a:pt x="740771" y="100346"/>
                    </a:lnTo>
                    <a:lnTo>
                      <a:pt x="896939" y="66902"/>
                    </a:lnTo>
                    <a:close/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6" name="object 37">
                <a:extLst>
                  <a:ext uri="{FF2B5EF4-FFF2-40B4-BE49-F238E27FC236}">
                    <a16:creationId xmlns:a16="http://schemas.microsoft.com/office/drawing/2014/main" id="{0E7C630A-A579-522D-2777-3C6775A47704}"/>
                  </a:ext>
                </a:extLst>
              </p:cNvPr>
              <p:cNvSpPr/>
              <p:nvPr/>
            </p:nvSpPr>
            <p:spPr>
              <a:xfrm>
                <a:off x="1955219" y="4575360"/>
                <a:ext cx="78105" cy="33655"/>
              </a:xfrm>
              <a:custGeom>
                <a:avLst/>
                <a:gdLst/>
                <a:ahLst/>
                <a:cxnLst/>
                <a:rect l="l" t="t" r="r" b="b"/>
                <a:pathLst>
                  <a:path w="78105" h="33655">
                    <a:moveTo>
                      <a:pt x="0" y="0"/>
                    </a:moveTo>
                    <a:lnTo>
                      <a:pt x="0" y="33446"/>
                    </a:lnTo>
                    <a:lnTo>
                      <a:pt x="78084" y="16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7" name="object 38">
                <a:extLst>
                  <a:ext uri="{FF2B5EF4-FFF2-40B4-BE49-F238E27FC236}">
                    <a16:creationId xmlns:a16="http://schemas.microsoft.com/office/drawing/2014/main" id="{20FD12C9-0C5A-5D70-DA44-2A7A5235697D}"/>
                  </a:ext>
                </a:extLst>
              </p:cNvPr>
              <p:cNvSpPr/>
              <p:nvPr/>
            </p:nvSpPr>
            <p:spPr>
              <a:xfrm>
                <a:off x="914239" y="2116954"/>
                <a:ext cx="1282859" cy="2462914"/>
              </a:xfrm>
              <a:custGeom>
                <a:avLst/>
                <a:gdLst/>
                <a:ahLst/>
                <a:cxnLst/>
                <a:rect l="l" t="t" r="r" b="b"/>
                <a:pathLst>
                  <a:path w="899160" h="1811655">
                    <a:moveTo>
                      <a:pt x="896720" y="1794534"/>
                    </a:moveTo>
                    <a:lnTo>
                      <a:pt x="818635" y="1777813"/>
                    </a:lnTo>
                    <a:lnTo>
                      <a:pt x="818635" y="1811260"/>
                    </a:lnTo>
                    <a:lnTo>
                      <a:pt x="896720" y="1794534"/>
                    </a:lnTo>
                    <a:close/>
                  </a:path>
                  <a:path w="899160" h="1811655">
                    <a:moveTo>
                      <a:pt x="0" y="0"/>
                    </a:moveTo>
                    <a:lnTo>
                      <a:pt x="898732" y="0"/>
                    </a:lnTo>
                    <a:lnTo>
                      <a:pt x="898732" y="350704"/>
                    </a:lnTo>
                    <a:lnTo>
                      <a:pt x="0" y="350704"/>
                    </a:lnTo>
                    <a:lnTo>
                      <a:pt x="0" y="0"/>
                    </a:lnTo>
                    <a:close/>
                  </a:path>
                  <a:path w="899160" h="1811655">
                    <a:moveTo>
                      <a:pt x="935" y="144626"/>
                    </a:moveTo>
                    <a:lnTo>
                      <a:pt x="897796" y="144626"/>
                    </a:lnTo>
                  </a:path>
                  <a:path w="899160" h="1811655">
                    <a:moveTo>
                      <a:pt x="81100" y="582"/>
                    </a:moveTo>
                    <a:lnTo>
                      <a:pt x="81100" y="143819"/>
                    </a:lnTo>
                  </a:path>
                  <a:path w="899160" h="1811655">
                    <a:moveTo>
                      <a:pt x="173163" y="582"/>
                    </a:moveTo>
                    <a:lnTo>
                      <a:pt x="173163" y="143819"/>
                    </a:lnTo>
                  </a:path>
                  <a:path w="899160" h="1811655">
                    <a:moveTo>
                      <a:pt x="265233" y="582"/>
                    </a:moveTo>
                    <a:lnTo>
                      <a:pt x="265233" y="143819"/>
                    </a:lnTo>
                  </a:path>
                  <a:path w="899160" h="1811655">
                    <a:moveTo>
                      <a:pt x="449366" y="582"/>
                    </a:moveTo>
                    <a:lnTo>
                      <a:pt x="449366" y="143819"/>
                    </a:lnTo>
                  </a:path>
                  <a:path w="899160" h="1811655">
                    <a:moveTo>
                      <a:pt x="357299" y="582"/>
                    </a:moveTo>
                    <a:lnTo>
                      <a:pt x="357299" y="143819"/>
                    </a:lnTo>
                  </a:path>
                  <a:path w="899160" h="1811655">
                    <a:moveTo>
                      <a:pt x="541432" y="582"/>
                    </a:moveTo>
                    <a:lnTo>
                      <a:pt x="541432" y="143819"/>
                    </a:lnTo>
                  </a:path>
                  <a:path w="899160" h="1811655">
                    <a:moveTo>
                      <a:pt x="633498" y="582"/>
                    </a:moveTo>
                    <a:lnTo>
                      <a:pt x="633498" y="143819"/>
                    </a:lnTo>
                  </a:path>
                  <a:path w="899160" h="1811655">
                    <a:moveTo>
                      <a:pt x="725564" y="582"/>
                    </a:moveTo>
                    <a:lnTo>
                      <a:pt x="725564" y="143819"/>
                    </a:lnTo>
                  </a:path>
                  <a:path w="899160" h="1811655">
                    <a:moveTo>
                      <a:pt x="817632" y="582"/>
                    </a:moveTo>
                    <a:lnTo>
                      <a:pt x="817632" y="143819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8" name="object 40">
                <a:extLst>
                  <a:ext uri="{FF2B5EF4-FFF2-40B4-BE49-F238E27FC236}">
                    <a16:creationId xmlns:a16="http://schemas.microsoft.com/office/drawing/2014/main" id="{D3F89B8C-6CD8-086A-8BD2-53DEC3A05C61}"/>
                  </a:ext>
                </a:extLst>
              </p:cNvPr>
              <p:cNvSpPr/>
              <p:nvPr/>
            </p:nvSpPr>
            <p:spPr>
              <a:xfrm>
                <a:off x="914239" y="2910295"/>
                <a:ext cx="742052" cy="977485"/>
              </a:xfrm>
              <a:custGeom>
                <a:avLst/>
                <a:gdLst/>
                <a:ahLst/>
                <a:cxnLst/>
                <a:rect l="l" t="t" r="r" b="b"/>
                <a:pathLst>
                  <a:path w="540385" h="711835">
                    <a:moveTo>
                      <a:pt x="0" y="0"/>
                    </a:moveTo>
                    <a:lnTo>
                      <a:pt x="540100" y="0"/>
                    </a:lnTo>
                    <a:lnTo>
                      <a:pt x="540100" y="711799"/>
                    </a:lnTo>
                    <a:lnTo>
                      <a:pt x="0" y="711799"/>
                    </a:lnTo>
                    <a:lnTo>
                      <a:pt x="0" y="0"/>
                    </a:lnTo>
                    <a:close/>
                  </a:path>
                  <a:path w="540385" h="711835">
                    <a:moveTo>
                      <a:pt x="72730" y="143686"/>
                    </a:moveTo>
                    <a:lnTo>
                      <a:pt x="122059" y="130167"/>
                    </a:lnTo>
                    <a:lnTo>
                      <a:pt x="171389" y="120497"/>
                    </a:lnTo>
                    <a:lnTo>
                      <a:pt x="220718" y="114682"/>
                    </a:lnTo>
                    <a:lnTo>
                      <a:pt x="270048" y="112730"/>
                    </a:lnTo>
                    <a:lnTo>
                      <a:pt x="319378" y="114648"/>
                    </a:lnTo>
                    <a:lnTo>
                      <a:pt x="368707" y="120442"/>
                    </a:lnTo>
                    <a:lnTo>
                      <a:pt x="418037" y="130119"/>
                    </a:lnTo>
                    <a:lnTo>
                      <a:pt x="467366" y="143686"/>
                    </a:lnTo>
                  </a:path>
                  <a:path w="540385" h="711835">
                    <a:moveTo>
                      <a:pt x="72730" y="251687"/>
                    </a:moveTo>
                    <a:lnTo>
                      <a:pt x="122059" y="238168"/>
                    </a:lnTo>
                    <a:lnTo>
                      <a:pt x="171389" y="228497"/>
                    </a:lnTo>
                    <a:lnTo>
                      <a:pt x="220718" y="222683"/>
                    </a:lnTo>
                    <a:lnTo>
                      <a:pt x="270048" y="220731"/>
                    </a:lnTo>
                    <a:lnTo>
                      <a:pt x="319378" y="222649"/>
                    </a:lnTo>
                    <a:lnTo>
                      <a:pt x="368707" y="228443"/>
                    </a:lnTo>
                    <a:lnTo>
                      <a:pt x="418037" y="238120"/>
                    </a:lnTo>
                    <a:lnTo>
                      <a:pt x="467366" y="251687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99" name="object 41">
                <a:extLst>
                  <a:ext uri="{FF2B5EF4-FFF2-40B4-BE49-F238E27FC236}">
                    <a16:creationId xmlns:a16="http://schemas.microsoft.com/office/drawing/2014/main" id="{CB9A7A6D-A68C-3BBD-2F39-E4F010E7D4A9}"/>
                  </a:ext>
                </a:extLst>
              </p:cNvPr>
              <p:cNvSpPr/>
              <p:nvPr/>
            </p:nvSpPr>
            <p:spPr>
              <a:xfrm>
                <a:off x="1029454" y="3341992"/>
                <a:ext cx="518257" cy="324119"/>
              </a:xfrm>
              <a:custGeom>
                <a:avLst/>
                <a:gdLst/>
                <a:ahLst/>
                <a:cxnLst/>
                <a:rect l="l" t="t" r="r" b="b"/>
                <a:pathLst>
                  <a:path w="394969" h="247014">
                    <a:moveTo>
                      <a:pt x="0" y="30955"/>
                    </a:moveTo>
                    <a:lnTo>
                      <a:pt x="49329" y="17436"/>
                    </a:lnTo>
                    <a:lnTo>
                      <a:pt x="98658" y="7766"/>
                    </a:lnTo>
                    <a:lnTo>
                      <a:pt x="147988" y="1951"/>
                    </a:lnTo>
                    <a:lnTo>
                      <a:pt x="197317" y="0"/>
                    </a:lnTo>
                    <a:lnTo>
                      <a:pt x="246647" y="1917"/>
                    </a:lnTo>
                    <a:lnTo>
                      <a:pt x="295977" y="7711"/>
                    </a:lnTo>
                    <a:lnTo>
                      <a:pt x="345306" y="17388"/>
                    </a:lnTo>
                    <a:lnTo>
                      <a:pt x="394635" y="30955"/>
                    </a:lnTo>
                  </a:path>
                  <a:path w="394969" h="247014">
                    <a:moveTo>
                      <a:pt x="0" y="138955"/>
                    </a:moveTo>
                    <a:lnTo>
                      <a:pt x="49329" y="125436"/>
                    </a:lnTo>
                    <a:lnTo>
                      <a:pt x="98658" y="115766"/>
                    </a:lnTo>
                    <a:lnTo>
                      <a:pt x="147988" y="109952"/>
                    </a:lnTo>
                    <a:lnTo>
                      <a:pt x="197317" y="108000"/>
                    </a:lnTo>
                    <a:lnTo>
                      <a:pt x="246647" y="109918"/>
                    </a:lnTo>
                    <a:lnTo>
                      <a:pt x="295977" y="115711"/>
                    </a:lnTo>
                    <a:lnTo>
                      <a:pt x="345306" y="125388"/>
                    </a:lnTo>
                    <a:lnTo>
                      <a:pt x="394635" y="138955"/>
                    </a:lnTo>
                  </a:path>
                  <a:path w="394969" h="247014">
                    <a:moveTo>
                      <a:pt x="0" y="246956"/>
                    </a:moveTo>
                    <a:lnTo>
                      <a:pt x="49329" y="233436"/>
                    </a:lnTo>
                    <a:lnTo>
                      <a:pt x="98658" y="223766"/>
                    </a:lnTo>
                    <a:lnTo>
                      <a:pt x="147988" y="217952"/>
                    </a:lnTo>
                    <a:lnTo>
                      <a:pt x="197317" y="216000"/>
                    </a:lnTo>
                    <a:lnTo>
                      <a:pt x="246647" y="217917"/>
                    </a:lnTo>
                    <a:lnTo>
                      <a:pt x="295977" y="223711"/>
                    </a:lnTo>
                    <a:lnTo>
                      <a:pt x="345306" y="233389"/>
                    </a:lnTo>
                    <a:lnTo>
                      <a:pt x="394635" y="246956"/>
                    </a:lnTo>
                  </a:path>
                </a:pathLst>
              </a:custGeom>
              <a:ln w="14400">
                <a:solidFill>
                  <a:srgbClr val="231F20"/>
                </a:solidFill>
                <a:prstDash val="solid"/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00" name="object 42">
                <a:extLst>
                  <a:ext uri="{FF2B5EF4-FFF2-40B4-BE49-F238E27FC236}">
                    <a16:creationId xmlns:a16="http://schemas.microsoft.com/office/drawing/2014/main" id="{882950C4-D75E-4D5D-4FF1-10E5DD5E17D9}"/>
                  </a:ext>
                </a:extLst>
              </p:cNvPr>
              <p:cNvSpPr/>
              <p:nvPr/>
            </p:nvSpPr>
            <p:spPr>
              <a:xfrm>
                <a:off x="1655949" y="2910275"/>
                <a:ext cx="742050" cy="977483"/>
              </a:xfrm>
              <a:custGeom>
                <a:avLst/>
                <a:gdLst/>
                <a:ahLst/>
                <a:cxnLst/>
                <a:rect l="l" t="t" r="r" b="b"/>
                <a:pathLst>
                  <a:path w="540385" h="711835">
                    <a:moveTo>
                      <a:pt x="0" y="0"/>
                    </a:moveTo>
                    <a:lnTo>
                      <a:pt x="540100" y="0"/>
                    </a:lnTo>
                    <a:lnTo>
                      <a:pt x="540100" y="711799"/>
                    </a:lnTo>
                    <a:lnTo>
                      <a:pt x="0" y="711799"/>
                    </a:lnTo>
                    <a:lnTo>
                      <a:pt x="0" y="0"/>
                    </a:lnTo>
                    <a:close/>
                  </a:path>
                  <a:path w="540385" h="711835">
                    <a:moveTo>
                      <a:pt x="72730" y="143686"/>
                    </a:moveTo>
                    <a:lnTo>
                      <a:pt x="122059" y="130167"/>
                    </a:lnTo>
                    <a:lnTo>
                      <a:pt x="171389" y="120497"/>
                    </a:lnTo>
                    <a:lnTo>
                      <a:pt x="220718" y="114682"/>
                    </a:lnTo>
                    <a:lnTo>
                      <a:pt x="270048" y="112730"/>
                    </a:lnTo>
                    <a:lnTo>
                      <a:pt x="319378" y="114648"/>
                    </a:lnTo>
                    <a:lnTo>
                      <a:pt x="368707" y="120442"/>
                    </a:lnTo>
                    <a:lnTo>
                      <a:pt x="418037" y="130119"/>
                    </a:lnTo>
                    <a:lnTo>
                      <a:pt x="467366" y="143686"/>
                    </a:lnTo>
                  </a:path>
                  <a:path w="540385" h="711835">
                    <a:moveTo>
                      <a:pt x="72730" y="251687"/>
                    </a:moveTo>
                    <a:lnTo>
                      <a:pt x="122059" y="238168"/>
                    </a:lnTo>
                    <a:lnTo>
                      <a:pt x="171389" y="228497"/>
                    </a:lnTo>
                    <a:lnTo>
                      <a:pt x="220718" y="222683"/>
                    </a:lnTo>
                    <a:lnTo>
                      <a:pt x="270048" y="220731"/>
                    </a:lnTo>
                    <a:lnTo>
                      <a:pt x="319378" y="222649"/>
                    </a:lnTo>
                    <a:lnTo>
                      <a:pt x="368707" y="228443"/>
                    </a:lnTo>
                    <a:lnTo>
                      <a:pt x="418037" y="238120"/>
                    </a:lnTo>
                    <a:lnTo>
                      <a:pt x="467366" y="251687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01" name="object 45">
                <a:extLst>
                  <a:ext uri="{FF2B5EF4-FFF2-40B4-BE49-F238E27FC236}">
                    <a16:creationId xmlns:a16="http://schemas.microsoft.com/office/drawing/2014/main" id="{ABD7BF85-ECDC-B9CE-FF0F-EDAE78954302}"/>
                  </a:ext>
                </a:extLst>
              </p:cNvPr>
              <p:cNvSpPr/>
              <p:nvPr/>
            </p:nvSpPr>
            <p:spPr>
              <a:xfrm>
                <a:off x="914239" y="5335371"/>
                <a:ext cx="1244239" cy="949412"/>
              </a:xfrm>
              <a:custGeom>
                <a:avLst/>
                <a:gdLst/>
                <a:ahLst/>
                <a:cxnLst/>
                <a:rect l="l" t="t" r="r" b="b"/>
                <a:pathLst>
                  <a:path w="900430" h="687070">
                    <a:moveTo>
                      <a:pt x="0" y="115408"/>
                    </a:moveTo>
                    <a:lnTo>
                      <a:pt x="899999" y="115408"/>
                    </a:lnTo>
                    <a:lnTo>
                      <a:pt x="899999" y="687073"/>
                    </a:lnTo>
                    <a:lnTo>
                      <a:pt x="0" y="687073"/>
                    </a:lnTo>
                    <a:lnTo>
                      <a:pt x="0" y="115408"/>
                    </a:lnTo>
                    <a:close/>
                  </a:path>
                  <a:path w="900430" h="687070">
                    <a:moveTo>
                      <a:pt x="231300" y="115401"/>
                    </a:moveTo>
                    <a:lnTo>
                      <a:pt x="264901" y="76445"/>
                    </a:lnTo>
                    <a:lnTo>
                      <a:pt x="304474" y="44456"/>
                    </a:lnTo>
                    <a:lnTo>
                      <a:pt x="349116" y="20405"/>
                    </a:lnTo>
                    <a:lnTo>
                      <a:pt x="397925" y="5263"/>
                    </a:lnTo>
                    <a:lnTo>
                      <a:pt x="449999" y="0"/>
                    </a:lnTo>
                    <a:lnTo>
                      <a:pt x="502072" y="5263"/>
                    </a:lnTo>
                    <a:lnTo>
                      <a:pt x="550881" y="20408"/>
                    </a:lnTo>
                    <a:lnTo>
                      <a:pt x="595523" y="44461"/>
                    </a:lnTo>
                    <a:lnTo>
                      <a:pt x="635097" y="76452"/>
                    </a:lnTo>
                    <a:lnTo>
                      <a:pt x="668699" y="115408"/>
                    </a:lnTo>
                  </a:path>
                  <a:path w="900430" h="687070">
                    <a:moveTo>
                      <a:pt x="111635" y="117590"/>
                    </a:moveTo>
                    <a:lnTo>
                      <a:pt x="2180" y="227044"/>
                    </a:lnTo>
                  </a:path>
                  <a:path w="900430" h="687070">
                    <a:moveTo>
                      <a:pt x="200245" y="119321"/>
                    </a:moveTo>
                    <a:lnTo>
                      <a:pt x="3912" y="315654"/>
                    </a:lnTo>
                  </a:path>
                  <a:path w="900430" h="687070">
                    <a:moveTo>
                      <a:pt x="288856" y="121053"/>
                    </a:moveTo>
                    <a:lnTo>
                      <a:pt x="5643" y="404265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02" name="object 46">
                <a:extLst>
                  <a:ext uri="{FF2B5EF4-FFF2-40B4-BE49-F238E27FC236}">
                    <a16:creationId xmlns:a16="http://schemas.microsoft.com/office/drawing/2014/main" id="{8D829C1A-5B17-C3A6-CAA9-63A64C625B1C}"/>
                  </a:ext>
                </a:extLst>
              </p:cNvPr>
              <p:cNvSpPr/>
              <p:nvPr/>
            </p:nvSpPr>
            <p:spPr>
              <a:xfrm>
                <a:off x="926825" y="5501856"/>
                <a:ext cx="783117" cy="783117"/>
              </a:xfrm>
              <a:custGeom>
                <a:avLst/>
                <a:gdLst/>
                <a:ahLst/>
                <a:cxnLst/>
                <a:rect l="l" t="t" r="r" b="b"/>
                <a:pathLst>
                  <a:path w="565785" h="565785">
                    <a:moveTo>
                      <a:pt x="384843" y="0"/>
                    </a:moveTo>
                    <a:lnTo>
                      <a:pt x="0" y="384843"/>
                    </a:lnTo>
                  </a:path>
                  <a:path w="565785" h="565785">
                    <a:moveTo>
                      <a:pt x="475184" y="0"/>
                    </a:moveTo>
                    <a:lnTo>
                      <a:pt x="0" y="475185"/>
                    </a:lnTo>
                  </a:path>
                  <a:path w="565785" h="565785">
                    <a:moveTo>
                      <a:pt x="565527" y="0"/>
                    </a:moveTo>
                    <a:lnTo>
                      <a:pt x="0" y="565527"/>
                    </a:lnTo>
                  </a:path>
                </a:pathLst>
              </a:custGeom>
              <a:ln w="14400">
                <a:solidFill>
                  <a:srgbClr val="231F20"/>
                </a:solidFill>
                <a:prstDash val="solid"/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03" name="object 49">
                <a:extLst>
                  <a:ext uri="{FF2B5EF4-FFF2-40B4-BE49-F238E27FC236}">
                    <a16:creationId xmlns:a16="http://schemas.microsoft.com/office/drawing/2014/main" id="{B8508CB3-AD55-AAA4-D931-BA8CF04C5DD3}"/>
                  </a:ext>
                </a:extLst>
              </p:cNvPr>
              <p:cNvSpPr/>
              <p:nvPr/>
            </p:nvSpPr>
            <p:spPr>
              <a:xfrm>
                <a:off x="1039481" y="4511436"/>
                <a:ext cx="305925" cy="166731"/>
              </a:xfrm>
              <a:custGeom>
                <a:avLst/>
                <a:gdLst/>
                <a:ahLst/>
                <a:cxnLst/>
                <a:rect l="l" t="t" r="r" b="b"/>
                <a:pathLst>
                  <a:path w="259715" h="133985">
                    <a:moveTo>
                      <a:pt x="15463" y="0"/>
                    </a:moveTo>
                    <a:lnTo>
                      <a:pt x="4068" y="28669"/>
                    </a:lnTo>
                    <a:lnTo>
                      <a:pt x="0" y="66902"/>
                    </a:lnTo>
                    <a:lnTo>
                      <a:pt x="3663" y="105134"/>
                    </a:lnTo>
                    <a:lnTo>
                      <a:pt x="15463" y="133800"/>
                    </a:lnTo>
                  </a:path>
                  <a:path w="259715" h="133985">
                    <a:moveTo>
                      <a:pt x="76455" y="0"/>
                    </a:moveTo>
                    <a:lnTo>
                      <a:pt x="65060" y="28669"/>
                    </a:lnTo>
                    <a:lnTo>
                      <a:pt x="60991" y="66902"/>
                    </a:lnTo>
                    <a:lnTo>
                      <a:pt x="64654" y="105134"/>
                    </a:lnTo>
                    <a:lnTo>
                      <a:pt x="76455" y="133800"/>
                    </a:lnTo>
                  </a:path>
                  <a:path w="259715" h="133985">
                    <a:moveTo>
                      <a:pt x="137447" y="0"/>
                    </a:moveTo>
                    <a:lnTo>
                      <a:pt x="126051" y="28669"/>
                    </a:lnTo>
                    <a:lnTo>
                      <a:pt x="121982" y="66902"/>
                    </a:lnTo>
                    <a:lnTo>
                      <a:pt x="125645" y="105134"/>
                    </a:lnTo>
                    <a:lnTo>
                      <a:pt x="137447" y="133800"/>
                    </a:lnTo>
                  </a:path>
                  <a:path w="259715" h="133985">
                    <a:moveTo>
                      <a:pt x="198437" y="0"/>
                    </a:moveTo>
                    <a:lnTo>
                      <a:pt x="187042" y="28669"/>
                    </a:lnTo>
                    <a:lnTo>
                      <a:pt x="182973" y="66902"/>
                    </a:lnTo>
                    <a:lnTo>
                      <a:pt x="186636" y="105134"/>
                    </a:lnTo>
                    <a:lnTo>
                      <a:pt x="198437" y="133800"/>
                    </a:lnTo>
                  </a:path>
                  <a:path w="259715" h="133985">
                    <a:moveTo>
                      <a:pt x="259429" y="0"/>
                    </a:moveTo>
                    <a:lnTo>
                      <a:pt x="248034" y="28669"/>
                    </a:lnTo>
                    <a:lnTo>
                      <a:pt x="243965" y="66902"/>
                    </a:lnTo>
                    <a:lnTo>
                      <a:pt x="247628" y="105134"/>
                    </a:lnTo>
                    <a:lnTo>
                      <a:pt x="259429" y="133800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04" name="Прямокутник 103">
                <a:extLst>
                  <a:ext uri="{FF2B5EF4-FFF2-40B4-BE49-F238E27FC236}">
                    <a16:creationId xmlns:a16="http://schemas.microsoft.com/office/drawing/2014/main" id="{41563359-047A-C685-B057-0F6B0D9BD3AD}"/>
                  </a:ext>
                </a:extLst>
              </p:cNvPr>
              <p:cNvSpPr/>
              <p:nvPr/>
            </p:nvSpPr>
            <p:spPr>
              <a:xfrm>
                <a:off x="2063189" y="4517971"/>
                <a:ext cx="170124" cy="803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grpSp>
          <p:nvGrpSpPr>
            <p:cNvPr id="105" name="Групувати 104">
              <a:extLst>
                <a:ext uri="{FF2B5EF4-FFF2-40B4-BE49-F238E27FC236}">
                  <a16:creationId xmlns:a16="http://schemas.microsoft.com/office/drawing/2014/main" id="{C0B0F0B7-0C35-8E25-BF45-69D70AD041D3}"/>
                </a:ext>
              </a:extLst>
            </p:cNvPr>
            <p:cNvGrpSpPr/>
            <p:nvPr/>
          </p:nvGrpSpPr>
          <p:grpSpPr>
            <a:xfrm>
              <a:off x="6993379" y="2116575"/>
              <a:ext cx="1483760" cy="4168019"/>
              <a:chOff x="914239" y="2116954"/>
              <a:chExt cx="1483760" cy="4168019"/>
            </a:xfrm>
          </p:grpSpPr>
          <p:sp>
            <p:nvSpPr>
              <p:cNvPr id="106" name="object 36">
                <a:extLst>
                  <a:ext uri="{FF2B5EF4-FFF2-40B4-BE49-F238E27FC236}">
                    <a16:creationId xmlns:a16="http://schemas.microsoft.com/office/drawing/2014/main" id="{DAED21AD-3D97-8F0F-61E2-BB4682A507D1}"/>
                  </a:ext>
                </a:extLst>
              </p:cNvPr>
              <p:cNvSpPr/>
              <p:nvPr/>
            </p:nvSpPr>
            <p:spPr>
              <a:xfrm>
                <a:off x="914239" y="4492660"/>
                <a:ext cx="1141734" cy="196318"/>
              </a:xfrm>
              <a:custGeom>
                <a:avLst/>
                <a:gdLst/>
                <a:ahLst/>
                <a:cxnLst/>
                <a:rect l="l" t="t" r="r" b="b"/>
                <a:pathLst>
                  <a:path w="897255" h="133985">
                    <a:moveTo>
                      <a:pt x="584073" y="133290"/>
                    </a:moveTo>
                    <a:lnTo>
                      <a:pt x="584073" y="133290"/>
                    </a:lnTo>
                    <a:lnTo>
                      <a:pt x="17682" y="133290"/>
                    </a:lnTo>
                    <a:lnTo>
                      <a:pt x="4428" y="100363"/>
                    </a:lnTo>
                    <a:lnTo>
                      <a:pt x="0" y="67254"/>
                    </a:lnTo>
                    <a:lnTo>
                      <a:pt x="4412" y="33969"/>
                    </a:lnTo>
                    <a:lnTo>
                      <a:pt x="17682" y="511"/>
                    </a:lnTo>
                    <a:lnTo>
                      <a:pt x="584073" y="511"/>
                    </a:lnTo>
                  </a:path>
                  <a:path w="897255" h="133985">
                    <a:moveTo>
                      <a:pt x="896939" y="66902"/>
                    </a:moveTo>
                    <a:lnTo>
                      <a:pt x="740771" y="33455"/>
                    </a:lnTo>
                    <a:lnTo>
                      <a:pt x="584610" y="0"/>
                    </a:lnTo>
                    <a:lnTo>
                      <a:pt x="573215" y="28669"/>
                    </a:lnTo>
                    <a:lnTo>
                      <a:pt x="569146" y="66902"/>
                    </a:lnTo>
                    <a:lnTo>
                      <a:pt x="572809" y="105134"/>
                    </a:lnTo>
                    <a:lnTo>
                      <a:pt x="584610" y="133800"/>
                    </a:lnTo>
                    <a:lnTo>
                      <a:pt x="740771" y="100346"/>
                    </a:lnTo>
                    <a:lnTo>
                      <a:pt x="896939" y="66902"/>
                    </a:lnTo>
                    <a:close/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07" name="object 37">
                <a:extLst>
                  <a:ext uri="{FF2B5EF4-FFF2-40B4-BE49-F238E27FC236}">
                    <a16:creationId xmlns:a16="http://schemas.microsoft.com/office/drawing/2014/main" id="{6CABC4A6-9F8C-EBD8-DBBE-2155BF65845D}"/>
                  </a:ext>
                </a:extLst>
              </p:cNvPr>
              <p:cNvSpPr/>
              <p:nvPr/>
            </p:nvSpPr>
            <p:spPr>
              <a:xfrm>
                <a:off x="1955219" y="4575360"/>
                <a:ext cx="78105" cy="33655"/>
              </a:xfrm>
              <a:custGeom>
                <a:avLst/>
                <a:gdLst/>
                <a:ahLst/>
                <a:cxnLst/>
                <a:rect l="l" t="t" r="r" b="b"/>
                <a:pathLst>
                  <a:path w="78105" h="33655">
                    <a:moveTo>
                      <a:pt x="0" y="0"/>
                    </a:moveTo>
                    <a:lnTo>
                      <a:pt x="0" y="33446"/>
                    </a:lnTo>
                    <a:lnTo>
                      <a:pt x="78084" y="167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1F20"/>
              </a:solidFill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08" name="object 38">
                <a:extLst>
                  <a:ext uri="{FF2B5EF4-FFF2-40B4-BE49-F238E27FC236}">
                    <a16:creationId xmlns:a16="http://schemas.microsoft.com/office/drawing/2014/main" id="{F4CB539A-0C1A-2B5F-3151-63A47035CDA7}"/>
                  </a:ext>
                </a:extLst>
              </p:cNvPr>
              <p:cNvSpPr/>
              <p:nvPr/>
            </p:nvSpPr>
            <p:spPr>
              <a:xfrm>
                <a:off x="914239" y="2116954"/>
                <a:ext cx="1282859" cy="2462914"/>
              </a:xfrm>
              <a:custGeom>
                <a:avLst/>
                <a:gdLst/>
                <a:ahLst/>
                <a:cxnLst/>
                <a:rect l="l" t="t" r="r" b="b"/>
                <a:pathLst>
                  <a:path w="899160" h="1811655">
                    <a:moveTo>
                      <a:pt x="896720" y="1794534"/>
                    </a:moveTo>
                    <a:lnTo>
                      <a:pt x="818635" y="1777813"/>
                    </a:lnTo>
                    <a:lnTo>
                      <a:pt x="818635" y="1811260"/>
                    </a:lnTo>
                    <a:lnTo>
                      <a:pt x="896720" y="1794534"/>
                    </a:lnTo>
                    <a:close/>
                  </a:path>
                  <a:path w="899160" h="1811655">
                    <a:moveTo>
                      <a:pt x="0" y="0"/>
                    </a:moveTo>
                    <a:lnTo>
                      <a:pt x="898732" y="0"/>
                    </a:lnTo>
                    <a:lnTo>
                      <a:pt x="898732" y="350704"/>
                    </a:lnTo>
                    <a:lnTo>
                      <a:pt x="0" y="350704"/>
                    </a:lnTo>
                    <a:lnTo>
                      <a:pt x="0" y="0"/>
                    </a:lnTo>
                    <a:close/>
                  </a:path>
                  <a:path w="899160" h="1811655">
                    <a:moveTo>
                      <a:pt x="935" y="144626"/>
                    </a:moveTo>
                    <a:lnTo>
                      <a:pt x="897796" y="144626"/>
                    </a:lnTo>
                  </a:path>
                  <a:path w="899160" h="1811655">
                    <a:moveTo>
                      <a:pt x="81100" y="582"/>
                    </a:moveTo>
                    <a:lnTo>
                      <a:pt x="81100" y="143819"/>
                    </a:lnTo>
                  </a:path>
                  <a:path w="899160" h="1811655">
                    <a:moveTo>
                      <a:pt x="173163" y="582"/>
                    </a:moveTo>
                    <a:lnTo>
                      <a:pt x="173163" y="143819"/>
                    </a:lnTo>
                  </a:path>
                  <a:path w="899160" h="1811655">
                    <a:moveTo>
                      <a:pt x="265233" y="582"/>
                    </a:moveTo>
                    <a:lnTo>
                      <a:pt x="265233" y="143819"/>
                    </a:lnTo>
                  </a:path>
                  <a:path w="899160" h="1811655">
                    <a:moveTo>
                      <a:pt x="449366" y="582"/>
                    </a:moveTo>
                    <a:lnTo>
                      <a:pt x="449366" y="143819"/>
                    </a:lnTo>
                  </a:path>
                  <a:path w="899160" h="1811655">
                    <a:moveTo>
                      <a:pt x="357299" y="582"/>
                    </a:moveTo>
                    <a:lnTo>
                      <a:pt x="357299" y="143819"/>
                    </a:lnTo>
                  </a:path>
                  <a:path w="899160" h="1811655">
                    <a:moveTo>
                      <a:pt x="541432" y="582"/>
                    </a:moveTo>
                    <a:lnTo>
                      <a:pt x="541432" y="143819"/>
                    </a:lnTo>
                  </a:path>
                  <a:path w="899160" h="1811655">
                    <a:moveTo>
                      <a:pt x="633498" y="582"/>
                    </a:moveTo>
                    <a:lnTo>
                      <a:pt x="633498" y="143819"/>
                    </a:lnTo>
                  </a:path>
                  <a:path w="899160" h="1811655">
                    <a:moveTo>
                      <a:pt x="725564" y="582"/>
                    </a:moveTo>
                    <a:lnTo>
                      <a:pt x="725564" y="143819"/>
                    </a:lnTo>
                  </a:path>
                  <a:path w="899160" h="1811655">
                    <a:moveTo>
                      <a:pt x="817632" y="582"/>
                    </a:moveTo>
                    <a:lnTo>
                      <a:pt x="817632" y="143819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09" name="object 40">
                <a:extLst>
                  <a:ext uri="{FF2B5EF4-FFF2-40B4-BE49-F238E27FC236}">
                    <a16:creationId xmlns:a16="http://schemas.microsoft.com/office/drawing/2014/main" id="{35F2E021-D345-1865-ACD8-E2FE49C7F35D}"/>
                  </a:ext>
                </a:extLst>
              </p:cNvPr>
              <p:cNvSpPr/>
              <p:nvPr/>
            </p:nvSpPr>
            <p:spPr>
              <a:xfrm>
                <a:off x="914239" y="2910295"/>
                <a:ext cx="742052" cy="977485"/>
              </a:xfrm>
              <a:custGeom>
                <a:avLst/>
                <a:gdLst/>
                <a:ahLst/>
                <a:cxnLst/>
                <a:rect l="l" t="t" r="r" b="b"/>
                <a:pathLst>
                  <a:path w="540385" h="711835">
                    <a:moveTo>
                      <a:pt x="0" y="0"/>
                    </a:moveTo>
                    <a:lnTo>
                      <a:pt x="540100" y="0"/>
                    </a:lnTo>
                    <a:lnTo>
                      <a:pt x="540100" y="711799"/>
                    </a:lnTo>
                    <a:lnTo>
                      <a:pt x="0" y="711799"/>
                    </a:lnTo>
                    <a:lnTo>
                      <a:pt x="0" y="0"/>
                    </a:lnTo>
                    <a:close/>
                  </a:path>
                  <a:path w="540385" h="711835">
                    <a:moveTo>
                      <a:pt x="72730" y="143686"/>
                    </a:moveTo>
                    <a:lnTo>
                      <a:pt x="122059" y="130167"/>
                    </a:lnTo>
                    <a:lnTo>
                      <a:pt x="171389" y="120497"/>
                    </a:lnTo>
                    <a:lnTo>
                      <a:pt x="220718" y="114682"/>
                    </a:lnTo>
                    <a:lnTo>
                      <a:pt x="270048" y="112730"/>
                    </a:lnTo>
                    <a:lnTo>
                      <a:pt x="319378" y="114648"/>
                    </a:lnTo>
                    <a:lnTo>
                      <a:pt x="368707" y="120442"/>
                    </a:lnTo>
                    <a:lnTo>
                      <a:pt x="418037" y="130119"/>
                    </a:lnTo>
                    <a:lnTo>
                      <a:pt x="467366" y="143686"/>
                    </a:lnTo>
                  </a:path>
                  <a:path w="540385" h="711835">
                    <a:moveTo>
                      <a:pt x="72730" y="251687"/>
                    </a:moveTo>
                    <a:lnTo>
                      <a:pt x="122059" y="238168"/>
                    </a:lnTo>
                    <a:lnTo>
                      <a:pt x="171389" y="228497"/>
                    </a:lnTo>
                    <a:lnTo>
                      <a:pt x="220718" y="222683"/>
                    </a:lnTo>
                    <a:lnTo>
                      <a:pt x="270048" y="220731"/>
                    </a:lnTo>
                    <a:lnTo>
                      <a:pt x="319378" y="222649"/>
                    </a:lnTo>
                    <a:lnTo>
                      <a:pt x="368707" y="228443"/>
                    </a:lnTo>
                    <a:lnTo>
                      <a:pt x="418037" y="238120"/>
                    </a:lnTo>
                    <a:lnTo>
                      <a:pt x="467366" y="251687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10" name="object 41">
                <a:extLst>
                  <a:ext uri="{FF2B5EF4-FFF2-40B4-BE49-F238E27FC236}">
                    <a16:creationId xmlns:a16="http://schemas.microsoft.com/office/drawing/2014/main" id="{E145E14E-31B4-D1B3-1FBE-5E2E92F6A017}"/>
                  </a:ext>
                </a:extLst>
              </p:cNvPr>
              <p:cNvSpPr/>
              <p:nvPr/>
            </p:nvSpPr>
            <p:spPr>
              <a:xfrm>
                <a:off x="1029454" y="3341992"/>
                <a:ext cx="518257" cy="324119"/>
              </a:xfrm>
              <a:custGeom>
                <a:avLst/>
                <a:gdLst/>
                <a:ahLst/>
                <a:cxnLst/>
                <a:rect l="l" t="t" r="r" b="b"/>
                <a:pathLst>
                  <a:path w="394969" h="247014">
                    <a:moveTo>
                      <a:pt x="0" y="30955"/>
                    </a:moveTo>
                    <a:lnTo>
                      <a:pt x="49329" y="17436"/>
                    </a:lnTo>
                    <a:lnTo>
                      <a:pt x="98658" y="7766"/>
                    </a:lnTo>
                    <a:lnTo>
                      <a:pt x="147988" y="1951"/>
                    </a:lnTo>
                    <a:lnTo>
                      <a:pt x="197317" y="0"/>
                    </a:lnTo>
                    <a:lnTo>
                      <a:pt x="246647" y="1917"/>
                    </a:lnTo>
                    <a:lnTo>
                      <a:pt x="295977" y="7711"/>
                    </a:lnTo>
                    <a:lnTo>
                      <a:pt x="345306" y="17388"/>
                    </a:lnTo>
                    <a:lnTo>
                      <a:pt x="394635" y="30955"/>
                    </a:lnTo>
                  </a:path>
                  <a:path w="394969" h="247014">
                    <a:moveTo>
                      <a:pt x="0" y="138955"/>
                    </a:moveTo>
                    <a:lnTo>
                      <a:pt x="49329" y="125436"/>
                    </a:lnTo>
                    <a:lnTo>
                      <a:pt x="98658" y="115766"/>
                    </a:lnTo>
                    <a:lnTo>
                      <a:pt x="147988" y="109952"/>
                    </a:lnTo>
                    <a:lnTo>
                      <a:pt x="197317" y="108000"/>
                    </a:lnTo>
                    <a:lnTo>
                      <a:pt x="246647" y="109918"/>
                    </a:lnTo>
                    <a:lnTo>
                      <a:pt x="295977" y="115711"/>
                    </a:lnTo>
                    <a:lnTo>
                      <a:pt x="345306" y="125388"/>
                    </a:lnTo>
                    <a:lnTo>
                      <a:pt x="394635" y="138955"/>
                    </a:lnTo>
                  </a:path>
                  <a:path w="394969" h="247014">
                    <a:moveTo>
                      <a:pt x="0" y="246956"/>
                    </a:moveTo>
                    <a:lnTo>
                      <a:pt x="49329" y="233436"/>
                    </a:lnTo>
                    <a:lnTo>
                      <a:pt x="98658" y="223766"/>
                    </a:lnTo>
                    <a:lnTo>
                      <a:pt x="147988" y="217952"/>
                    </a:lnTo>
                    <a:lnTo>
                      <a:pt x="197317" y="216000"/>
                    </a:lnTo>
                    <a:lnTo>
                      <a:pt x="246647" y="217917"/>
                    </a:lnTo>
                    <a:lnTo>
                      <a:pt x="295977" y="223711"/>
                    </a:lnTo>
                    <a:lnTo>
                      <a:pt x="345306" y="233389"/>
                    </a:lnTo>
                    <a:lnTo>
                      <a:pt x="394635" y="246956"/>
                    </a:lnTo>
                  </a:path>
                </a:pathLst>
              </a:custGeom>
              <a:ln w="14400">
                <a:solidFill>
                  <a:srgbClr val="231F20"/>
                </a:solidFill>
                <a:prstDash val="solid"/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11" name="object 42">
                <a:extLst>
                  <a:ext uri="{FF2B5EF4-FFF2-40B4-BE49-F238E27FC236}">
                    <a16:creationId xmlns:a16="http://schemas.microsoft.com/office/drawing/2014/main" id="{01533846-DA6A-192E-8949-1BF562D9EDE1}"/>
                  </a:ext>
                </a:extLst>
              </p:cNvPr>
              <p:cNvSpPr/>
              <p:nvPr/>
            </p:nvSpPr>
            <p:spPr>
              <a:xfrm>
                <a:off x="1655949" y="2910275"/>
                <a:ext cx="742050" cy="977483"/>
              </a:xfrm>
              <a:custGeom>
                <a:avLst/>
                <a:gdLst/>
                <a:ahLst/>
                <a:cxnLst/>
                <a:rect l="l" t="t" r="r" b="b"/>
                <a:pathLst>
                  <a:path w="540385" h="711835">
                    <a:moveTo>
                      <a:pt x="0" y="0"/>
                    </a:moveTo>
                    <a:lnTo>
                      <a:pt x="540100" y="0"/>
                    </a:lnTo>
                    <a:lnTo>
                      <a:pt x="540100" y="711799"/>
                    </a:lnTo>
                    <a:lnTo>
                      <a:pt x="0" y="711799"/>
                    </a:lnTo>
                    <a:lnTo>
                      <a:pt x="0" y="0"/>
                    </a:lnTo>
                    <a:close/>
                  </a:path>
                  <a:path w="540385" h="711835">
                    <a:moveTo>
                      <a:pt x="72730" y="143686"/>
                    </a:moveTo>
                    <a:lnTo>
                      <a:pt x="122059" y="130167"/>
                    </a:lnTo>
                    <a:lnTo>
                      <a:pt x="171389" y="120497"/>
                    </a:lnTo>
                    <a:lnTo>
                      <a:pt x="220718" y="114682"/>
                    </a:lnTo>
                    <a:lnTo>
                      <a:pt x="270048" y="112730"/>
                    </a:lnTo>
                    <a:lnTo>
                      <a:pt x="319378" y="114648"/>
                    </a:lnTo>
                    <a:lnTo>
                      <a:pt x="368707" y="120442"/>
                    </a:lnTo>
                    <a:lnTo>
                      <a:pt x="418037" y="130119"/>
                    </a:lnTo>
                    <a:lnTo>
                      <a:pt x="467366" y="143686"/>
                    </a:lnTo>
                  </a:path>
                  <a:path w="540385" h="711835">
                    <a:moveTo>
                      <a:pt x="72730" y="251687"/>
                    </a:moveTo>
                    <a:lnTo>
                      <a:pt x="122059" y="238168"/>
                    </a:lnTo>
                    <a:lnTo>
                      <a:pt x="171389" y="228497"/>
                    </a:lnTo>
                    <a:lnTo>
                      <a:pt x="220718" y="222683"/>
                    </a:lnTo>
                    <a:lnTo>
                      <a:pt x="270048" y="220731"/>
                    </a:lnTo>
                    <a:lnTo>
                      <a:pt x="319378" y="222649"/>
                    </a:lnTo>
                    <a:lnTo>
                      <a:pt x="368707" y="228443"/>
                    </a:lnTo>
                    <a:lnTo>
                      <a:pt x="418037" y="238120"/>
                    </a:lnTo>
                    <a:lnTo>
                      <a:pt x="467366" y="251687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12" name="object 45">
                <a:extLst>
                  <a:ext uri="{FF2B5EF4-FFF2-40B4-BE49-F238E27FC236}">
                    <a16:creationId xmlns:a16="http://schemas.microsoft.com/office/drawing/2014/main" id="{8721DC7D-6F8C-D851-C79B-F1A2F1E17736}"/>
                  </a:ext>
                </a:extLst>
              </p:cNvPr>
              <p:cNvSpPr/>
              <p:nvPr/>
            </p:nvSpPr>
            <p:spPr>
              <a:xfrm>
                <a:off x="914239" y="5335371"/>
                <a:ext cx="1244239" cy="949412"/>
              </a:xfrm>
              <a:custGeom>
                <a:avLst/>
                <a:gdLst/>
                <a:ahLst/>
                <a:cxnLst/>
                <a:rect l="l" t="t" r="r" b="b"/>
                <a:pathLst>
                  <a:path w="900430" h="687070">
                    <a:moveTo>
                      <a:pt x="0" y="115408"/>
                    </a:moveTo>
                    <a:lnTo>
                      <a:pt x="899999" y="115408"/>
                    </a:lnTo>
                    <a:lnTo>
                      <a:pt x="899999" y="687073"/>
                    </a:lnTo>
                    <a:lnTo>
                      <a:pt x="0" y="687073"/>
                    </a:lnTo>
                    <a:lnTo>
                      <a:pt x="0" y="115408"/>
                    </a:lnTo>
                    <a:close/>
                  </a:path>
                  <a:path w="900430" h="687070">
                    <a:moveTo>
                      <a:pt x="231300" y="115401"/>
                    </a:moveTo>
                    <a:lnTo>
                      <a:pt x="264901" y="76445"/>
                    </a:lnTo>
                    <a:lnTo>
                      <a:pt x="304474" y="44456"/>
                    </a:lnTo>
                    <a:lnTo>
                      <a:pt x="349116" y="20405"/>
                    </a:lnTo>
                    <a:lnTo>
                      <a:pt x="397925" y="5263"/>
                    </a:lnTo>
                    <a:lnTo>
                      <a:pt x="449999" y="0"/>
                    </a:lnTo>
                    <a:lnTo>
                      <a:pt x="502072" y="5263"/>
                    </a:lnTo>
                    <a:lnTo>
                      <a:pt x="550881" y="20408"/>
                    </a:lnTo>
                    <a:lnTo>
                      <a:pt x="595523" y="44461"/>
                    </a:lnTo>
                    <a:lnTo>
                      <a:pt x="635097" y="76452"/>
                    </a:lnTo>
                    <a:lnTo>
                      <a:pt x="668699" y="115408"/>
                    </a:lnTo>
                  </a:path>
                  <a:path w="900430" h="687070">
                    <a:moveTo>
                      <a:pt x="111635" y="117590"/>
                    </a:moveTo>
                    <a:lnTo>
                      <a:pt x="2180" y="227044"/>
                    </a:lnTo>
                  </a:path>
                  <a:path w="900430" h="687070">
                    <a:moveTo>
                      <a:pt x="200245" y="119321"/>
                    </a:moveTo>
                    <a:lnTo>
                      <a:pt x="3912" y="315654"/>
                    </a:lnTo>
                  </a:path>
                  <a:path w="900430" h="687070">
                    <a:moveTo>
                      <a:pt x="288856" y="121053"/>
                    </a:moveTo>
                    <a:lnTo>
                      <a:pt x="5643" y="404265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13" name="object 46">
                <a:extLst>
                  <a:ext uri="{FF2B5EF4-FFF2-40B4-BE49-F238E27FC236}">
                    <a16:creationId xmlns:a16="http://schemas.microsoft.com/office/drawing/2014/main" id="{C2A6E2DD-A78D-7777-1351-6C2AAAB68BEA}"/>
                  </a:ext>
                </a:extLst>
              </p:cNvPr>
              <p:cNvSpPr/>
              <p:nvPr/>
            </p:nvSpPr>
            <p:spPr>
              <a:xfrm>
                <a:off x="926825" y="5501856"/>
                <a:ext cx="783117" cy="783117"/>
              </a:xfrm>
              <a:custGeom>
                <a:avLst/>
                <a:gdLst/>
                <a:ahLst/>
                <a:cxnLst/>
                <a:rect l="l" t="t" r="r" b="b"/>
                <a:pathLst>
                  <a:path w="565785" h="565785">
                    <a:moveTo>
                      <a:pt x="384843" y="0"/>
                    </a:moveTo>
                    <a:lnTo>
                      <a:pt x="0" y="384843"/>
                    </a:lnTo>
                  </a:path>
                  <a:path w="565785" h="565785">
                    <a:moveTo>
                      <a:pt x="475184" y="0"/>
                    </a:moveTo>
                    <a:lnTo>
                      <a:pt x="0" y="475185"/>
                    </a:lnTo>
                  </a:path>
                  <a:path w="565785" h="565785">
                    <a:moveTo>
                      <a:pt x="565527" y="0"/>
                    </a:moveTo>
                    <a:lnTo>
                      <a:pt x="0" y="565527"/>
                    </a:lnTo>
                  </a:path>
                </a:pathLst>
              </a:custGeom>
              <a:ln w="14400">
                <a:solidFill>
                  <a:srgbClr val="231F20"/>
                </a:solidFill>
                <a:prstDash val="solid"/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14" name="object 49">
                <a:extLst>
                  <a:ext uri="{FF2B5EF4-FFF2-40B4-BE49-F238E27FC236}">
                    <a16:creationId xmlns:a16="http://schemas.microsoft.com/office/drawing/2014/main" id="{C4B584EB-C735-2AD1-8AA0-ABAAF04B9592}"/>
                  </a:ext>
                </a:extLst>
              </p:cNvPr>
              <p:cNvSpPr/>
              <p:nvPr/>
            </p:nvSpPr>
            <p:spPr>
              <a:xfrm>
                <a:off x="1039481" y="4511436"/>
                <a:ext cx="305925" cy="166731"/>
              </a:xfrm>
              <a:custGeom>
                <a:avLst/>
                <a:gdLst/>
                <a:ahLst/>
                <a:cxnLst/>
                <a:rect l="l" t="t" r="r" b="b"/>
                <a:pathLst>
                  <a:path w="259715" h="133985">
                    <a:moveTo>
                      <a:pt x="15463" y="0"/>
                    </a:moveTo>
                    <a:lnTo>
                      <a:pt x="4068" y="28669"/>
                    </a:lnTo>
                    <a:lnTo>
                      <a:pt x="0" y="66902"/>
                    </a:lnTo>
                    <a:lnTo>
                      <a:pt x="3663" y="105134"/>
                    </a:lnTo>
                    <a:lnTo>
                      <a:pt x="15463" y="133800"/>
                    </a:lnTo>
                  </a:path>
                  <a:path w="259715" h="133985">
                    <a:moveTo>
                      <a:pt x="76455" y="0"/>
                    </a:moveTo>
                    <a:lnTo>
                      <a:pt x="65060" y="28669"/>
                    </a:lnTo>
                    <a:lnTo>
                      <a:pt x="60991" y="66902"/>
                    </a:lnTo>
                    <a:lnTo>
                      <a:pt x="64654" y="105134"/>
                    </a:lnTo>
                    <a:lnTo>
                      <a:pt x="76455" y="133800"/>
                    </a:lnTo>
                  </a:path>
                  <a:path w="259715" h="133985">
                    <a:moveTo>
                      <a:pt x="137447" y="0"/>
                    </a:moveTo>
                    <a:lnTo>
                      <a:pt x="126051" y="28669"/>
                    </a:lnTo>
                    <a:lnTo>
                      <a:pt x="121982" y="66902"/>
                    </a:lnTo>
                    <a:lnTo>
                      <a:pt x="125645" y="105134"/>
                    </a:lnTo>
                    <a:lnTo>
                      <a:pt x="137447" y="133800"/>
                    </a:lnTo>
                  </a:path>
                  <a:path w="259715" h="133985">
                    <a:moveTo>
                      <a:pt x="198437" y="0"/>
                    </a:moveTo>
                    <a:lnTo>
                      <a:pt x="187042" y="28669"/>
                    </a:lnTo>
                    <a:lnTo>
                      <a:pt x="182973" y="66902"/>
                    </a:lnTo>
                    <a:lnTo>
                      <a:pt x="186636" y="105134"/>
                    </a:lnTo>
                    <a:lnTo>
                      <a:pt x="198437" y="133800"/>
                    </a:lnTo>
                  </a:path>
                  <a:path w="259715" h="133985">
                    <a:moveTo>
                      <a:pt x="259429" y="0"/>
                    </a:moveTo>
                    <a:lnTo>
                      <a:pt x="248034" y="28669"/>
                    </a:lnTo>
                    <a:lnTo>
                      <a:pt x="243965" y="66902"/>
                    </a:lnTo>
                    <a:lnTo>
                      <a:pt x="247628" y="105134"/>
                    </a:lnTo>
                    <a:lnTo>
                      <a:pt x="259429" y="133800"/>
                    </a:lnTo>
                  </a:path>
                </a:pathLst>
              </a:custGeom>
              <a:ln w="14400">
                <a:solidFill>
                  <a:srgbClr val="231F20"/>
                </a:solidFill>
              </a:ln>
            </p:spPr>
            <p:txBody>
              <a:bodyPr wrap="square" lIns="0" tIns="0" rIns="0" bIns="0" rtlCol="0"/>
              <a:lstStyle>
                <a:defPPr>
                  <a:defRPr kern="0"/>
                </a:defPPr>
              </a:lstStyle>
              <a:p>
                <a:endParaRPr/>
              </a:p>
            </p:txBody>
          </p:sp>
          <p:sp>
            <p:nvSpPr>
              <p:cNvPr id="115" name="Прямокутник 114">
                <a:extLst>
                  <a:ext uri="{FF2B5EF4-FFF2-40B4-BE49-F238E27FC236}">
                    <a16:creationId xmlns:a16="http://schemas.microsoft.com/office/drawing/2014/main" id="{ADF8ACDF-4603-C50F-B46B-341E3D725CFC}"/>
                  </a:ext>
                </a:extLst>
              </p:cNvPr>
              <p:cNvSpPr/>
              <p:nvPr/>
            </p:nvSpPr>
            <p:spPr>
              <a:xfrm>
                <a:off x="2063189" y="4517971"/>
                <a:ext cx="170124" cy="803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uk-UA"/>
              </a:p>
            </p:txBody>
          </p:sp>
        </p:grpSp>
        <p:sp>
          <p:nvSpPr>
            <p:cNvPr id="116" name="object 41">
              <a:extLst>
                <a:ext uri="{FF2B5EF4-FFF2-40B4-BE49-F238E27FC236}">
                  <a16:creationId xmlns:a16="http://schemas.microsoft.com/office/drawing/2014/main" id="{E04D6B86-FC31-6729-F52B-A9826EEDD3AC}"/>
                </a:ext>
              </a:extLst>
            </p:cNvPr>
            <p:cNvSpPr/>
            <p:nvPr/>
          </p:nvSpPr>
          <p:spPr>
            <a:xfrm>
              <a:off x="1763570" y="3370781"/>
              <a:ext cx="518257" cy="324119"/>
            </a:xfrm>
            <a:custGeom>
              <a:avLst/>
              <a:gdLst/>
              <a:ahLst/>
              <a:cxnLst/>
              <a:rect l="l" t="t" r="r" b="b"/>
              <a:pathLst>
                <a:path w="394969" h="247014">
                  <a:moveTo>
                    <a:pt x="0" y="30955"/>
                  </a:moveTo>
                  <a:lnTo>
                    <a:pt x="49329" y="17436"/>
                  </a:lnTo>
                  <a:lnTo>
                    <a:pt x="98658" y="7766"/>
                  </a:lnTo>
                  <a:lnTo>
                    <a:pt x="147988" y="1951"/>
                  </a:lnTo>
                  <a:lnTo>
                    <a:pt x="197317" y="0"/>
                  </a:lnTo>
                  <a:lnTo>
                    <a:pt x="246647" y="1917"/>
                  </a:lnTo>
                  <a:lnTo>
                    <a:pt x="295977" y="7711"/>
                  </a:lnTo>
                  <a:lnTo>
                    <a:pt x="345306" y="17388"/>
                  </a:lnTo>
                  <a:lnTo>
                    <a:pt x="394635" y="30955"/>
                  </a:lnTo>
                </a:path>
                <a:path w="394969" h="247014">
                  <a:moveTo>
                    <a:pt x="0" y="138955"/>
                  </a:moveTo>
                  <a:lnTo>
                    <a:pt x="49329" y="125436"/>
                  </a:lnTo>
                  <a:lnTo>
                    <a:pt x="98658" y="115766"/>
                  </a:lnTo>
                  <a:lnTo>
                    <a:pt x="147988" y="109952"/>
                  </a:lnTo>
                  <a:lnTo>
                    <a:pt x="197317" y="108000"/>
                  </a:lnTo>
                  <a:lnTo>
                    <a:pt x="246647" y="109918"/>
                  </a:lnTo>
                  <a:lnTo>
                    <a:pt x="295977" y="115711"/>
                  </a:lnTo>
                  <a:lnTo>
                    <a:pt x="345306" y="125388"/>
                  </a:lnTo>
                  <a:lnTo>
                    <a:pt x="394635" y="138955"/>
                  </a:lnTo>
                </a:path>
                <a:path w="394969" h="247014">
                  <a:moveTo>
                    <a:pt x="0" y="246956"/>
                  </a:moveTo>
                  <a:lnTo>
                    <a:pt x="49329" y="233436"/>
                  </a:lnTo>
                  <a:lnTo>
                    <a:pt x="98658" y="223766"/>
                  </a:lnTo>
                  <a:lnTo>
                    <a:pt x="147988" y="217952"/>
                  </a:lnTo>
                  <a:lnTo>
                    <a:pt x="197317" y="216000"/>
                  </a:lnTo>
                  <a:lnTo>
                    <a:pt x="246647" y="217917"/>
                  </a:lnTo>
                  <a:lnTo>
                    <a:pt x="295977" y="223711"/>
                  </a:lnTo>
                  <a:lnTo>
                    <a:pt x="345306" y="233389"/>
                  </a:lnTo>
                  <a:lnTo>
                    <a:pt x="394635" y="246956"/>
                  </a:lnTo>
                </a:path>
              </a:pathLst>
            </a:custGeom>
            <a:ln w="14400">
              <a:solidFill>
                <a:srgbClr val="231F20"/>
              </a:solidFill>
              <a:prstDash val="solid"/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117" name="object 41">
              <a:extLst>
                <a:ext uri="{FF2B5EF4-FFF2-40B4-BE49-F238E27FC236}">
                  <a16:creationId xmlns:a16="http://schemas.microsoft.com/office/drawing/2014/main" id="{CB7960F7-2628-9E85-0152-0394F14CC07C}"/>
                </a:ext>
              </a:extLst>
            </p:cNvPr>
            <p:cNvSpPr/>
            <p:nvPr/>
          </p:nvSpPr>
          <p:spPr>
            <a:xfrm>
              <a:off x="3686798" y="3334730"/>
              <a:ext cx="518257" cy="324119"/>
            </a:xfrm>
            <a:custGeom>
              <a:avLst/>
              <a:gdLst/>
              <a:ahLst/>
              <a:cxnLst/>
              <a:rect l="l" t="t" r="r" b="b"/>
              <a:pathLst>
                <a:path w="394969" h="247014">
                  <a:moveTo>
                    <a:pt x="0" y="30955"/>
                  </a:moveTo>
                  <a:lnTo>
                    <a:pt x="49329" y="17436"/>
                  </a:lnTo>
                  <a:lnTo>
                    <a:pt x="98658" y="7766"/>
                  </a:lnTo>
                  <a:lnTo>
                    <a:pt x="147988" y="1951"/>
                  </a:lnTo>
                  <a:lnTo>
                    <a:pt x="197317" y="0"/>
                  </a:lnTo>
                  <a:lnTo>
                    <a:pt x="246647" y="1917"/>
                  </a:lnTo>
                  <a:lnTo>
                    <a:pt x="295977" y="7711"/>
                  </a:lnTo>
                  <a:lnTo>
                    <a:pt x="345306" y="17388"/>
                  </a:lnTo>
                  <a:lnTo>
                    <a:pt x="394635" y="30955"/>
                  </a:lnTo>
                </a:path>
                <a:path w="394969" h="247014">
                  <a:moveTo>
                    <a:pt x="0" y="138955"/>
                  </a:moveTo>
                  <a:lnTo>
                    <a:pt x="49329" y="125436"/>
                  </a:lnTo>
                  <a:lnTo>
                    <a:pt x="98658" y="115766"/>
                  </a:lnTo>
                  <a:lnTo>
                    <a:pt x="147988" y="109952"/>
                  </a:lnTo>
                  <a:lnTo>
                    <a:pt x="197317" y="108000"/>
                  </a:lnTo>
                  <a:lnTo>
                    <a:pt x="246647" y="109918"/>
                  </a:lnTo>
                  <a:lnTo>
                    <a:pt x="295977" y="115711"/>
                  </a:lnTo>
                  <a:lnTo>
                    <a:pt x="345306" y="125388"/>
                  </a:lnTo>
                  <a:lnTo>
                    <a:pt x="394635" y="138955"/>
                  </a:lnTo>
                </a:path>
                <a:path w="394969" h="247014">
                  <a:moveTo>
                    <a:pt x="0" y="246956"/>
                  </a:moveTo>
                  <a:lnTo>
                    <a:pt x="49329" y="233436"/>
                  </a:lnTo>
                  <a:lnTo>
                    <a:pt x="98658" y="223766"/>
                  </a:lnTo>
                  <a:lnTo>
                    <a:pt x="147988" y="217952"/>
                  </a:lnTo>
                  <a:lnTo>
                    <a:pt x="197317" y="216000"/>
                  </a:lnTo>
                  <a:lnTo>
                    <a:pt x="246647" y="217917"/>
                  </a:lnTo>
                  <a:lnTo>
                    <a:pt x="295977" y="223711"/>
                  </a:lnTo>
                  <a:lnTo>
                    <a:pt x="345306" y="233389"/>
                  </a:lnTo>
                  <a:lnTo>
                    <a:pt x="394635" y="246956"/>
                  </a:lnTo>
                </a:path>
              </a:pathLst>
            </a:custGeom>
            <a:ln w="14400">
              <a:solidFill>
                <a:srgbClr val="231F20"/>
              </a:solidFill>
              <a:prstDash val="solid"/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118" name="object 41">
              <a:extLst>
                <a:ext uri="{FF2B5EF4-FFF2-40B4-BE49-F238E27FC236}">
                  <a16:creationId xmlns:a16="http://schemas.microsoft.com/office/drawing/2014/main" id="{AB4C93D7-DDD3-074B-D94F-3162DD3E74EC}"/>
                </a:ext>
              </a:extLst>
            </p:cNvPr>
            <p:cNvSpPr/>
            <p:nvPr/>
          </p:nvSpPr>
          <p:spPr>
            <a:xfrm>
              <a:off x="5839783" y="3350411"/>
              <a:ext cx="518257" cy="324119"/>
            </a:xfrm>
            <a:custGeom>
              <a:avLst/>
              <a:gdLst/>
              <a:ahLst/>
              <a:cxnLst/>
              <a:rect l="l" t="t" r="r" b="b"/>
              <a:pathLst>
                <a:path w="394969" h="247014">
                  <a:moveTo>
                    <a:pt x="0" y="30955"/>
                  </a:moveTo>
                  <a:lnTo>
                    <a:pt x="49329" y="17436"/>
                  </a:lnTo>
                  <a:lnTo>
                    <a:pt x="98658" y="7766"/>
                  </a:lnTo>
                  <a:lnTo>
                    <a:pt x="147988" y="1951"/>
                  </a:lnTo>
                  <a:lnTo>
                    <a:pt x="197317" y="0"/>
                  </a:lnTo>
                  <a:lnTo>
                    <a:pt x="246647" y="1917"/>
                  </a:lnTo>
                  <a:lnTo>
                    <a:pt x="295977" y="7711"/>
                  </a:lnTo>
                  <a:lnTo>
                    <a:pt x="345306" y="17388"/>
                  </a:lnTo>
                  <a:lnTo>
                    <a:pt x="394635" y="30955"/>
                  </a:lnTo>
                </a:path>
                <a:path w="394969" h="247014">
                  <a:moveTo>
                    <a:pt x="0" y="138955"/>
                  </a:moveTo>
                  <a:lnTo>
                    <a:pt x="49329" y="125436"/>
                  </a:lnTo>
                  <a:lnTo>
                    <a:pt x="98658" y="115766"/>
                  </a:lnTo>
                  <a:lnTo>
                    <a:pt x="147988" y="109952"/>
                  </a:lnTo>
                  <a:lnTo>
                    <a:pt x="197317" y="108000"/>
                  </a:lnTo>
                  <a:lnTo>
                    <a:pt x="246647" y="109918"/>
                  </a:lnTo>
                  <a:lnTo>
                    <a:pt x="295977" y="115711"/>
                  </a:lnTo>
                  <a:lnTo>
                    <a:pt x="345306" y="125388"/>
                  </a:lnTo>
                  <a:lnTo>
                    <a:pt x="394635" y="138955"/>
                  </a:lnTo>
                </a:path>
                <a:path w="394969" h="247014">
                  <a:moveTo>
                    <a:pt x="0" y="246956"/>
                  </a:moveTo>
                  <a:lnTo>
                    <a:pt x="49329" y="233436"/>
                  </a:lnTo>
                  <a:lnTo>
                    <a:pt x="98658" y="223766"/>
                  </a:lnTo>
                  <a:lnTo>
                    <a:pt x="147988" y="217952"/>
                  </a:lnTo>
                  <a:lnTo>
                    <a:pt x="197317" y="216000"/>
                  </a:lnTo>
                  <a:lnTo>
                    <a:pt x="246647" y="217917"/>
                  </a:lnTo>
                  <a:lnTo>
                    <a:pt x="295977" y="223711"/>
                  </a:lnTo>
                  <a:lnTo>
                    <a:pt x="345306" y="233389"/>
                  </a:lnTo>
                  <a:lnTo>
                    <a:pt x="394635" y="246956"/>
                  </a:lnTo>
                </a:path>
              </a:pathLst>
            </a:custGeom>
            <a:ln w="14400">
              <a:solidFill>
                <a:srgbClr val="231F20"/>
              </a:solidFill>
              <a:prstDash val="solid"/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sp>
          <p:nvSpPr>
            <p:cNvPr id="119" name="object 41">
              <a:extLst>
                <a:ext uri="{FF2B5EF4-FFF2-40B4-BE49-F238E27FC236}">
                  <a16:creationId xmlns:a16="http://schemas.microsoft.com/office/drawing/2014/main" id="{376915E8-9BDD-5E5B-020E-077AC167C3C1}"/>
                </a:ext>
              </a:extLst>
            </p:cNvPr>
            <p:cNvSpPr/>
            <p:nvPr/>
          </p:nvSpPr>
          <p:spPr>
            <a:xfrm>
              <a:off x="7852042" y="3370706"/>
              <a:ext cx="518257" cy="324119"/>
            </a:xfrm>
            <a:custGeom>
              <a:avLst/>
              <a:gdLst/>
              <a:ahLst/>
              <a:cxnLst/>
              <a:rect l="l" t="t" r="r" b="b"/>
              <a:pathLst>
                <a:path w="394969" h="247014">
                  <a:moveTo>
                    <a:pt x="0" y="30955"/>
                  </a:moveTo>
                  <a:lnTo>
                    <a:pt x="49329" y="17436"/>
                  </a:lnTo>
                  <a:lnTo>
                    <a:pt x="98658" y="7766"/>
                  </a:lnTo>
                  <a:lnTo>
                    <a:pt x="147988" y="1951"/>
                  </a:lnTo>
                  <a:lnTo>
                    <a:pt x="197317" y="0"/>
                  </a:lnTo>
                  <a:lnTo>
                    <a:pt x="246647" y="1917"/>
                  </a:lnTo>
                  <a:lnTo>
                    <a:pt x="295977" y="7711"/>
                  </a:lnTo>
                  <a:lnTo>
                    <a:pt x="345306" y="17388"/>
                  </a:lnTo>
                  <a:lnTo>
                    <a:pt x="394635" y="30955"/>
                  </a:lnTo>
                </a:path>
                <a:path w="394969" h="247014">
                  <a:moveTo>
                    <a:pt x="0" y="138955"/>
                  </a:moveTo>
                  <a:lnTo>
                    <a:pt x="49329" y="125436"/>
                  </a:lnTo>
                  <a:lnTo>
                    <a:pt x="98658" y="115766"/>
                  </a:lnTo>
                  <a:lnTo>
                    <a:pt x="147988" y="109952"/>
                  </a:lnTo>
                  <a:lnTo>
                    <a:pt x="197317" y="108000"/>
                  </a:lnTo>
                  <a:lnTo>
                    <a:pt x="246647" y="109918"/>
                  </a:lnTo>
                  <a:lnTo>
                    <a:pt x="295977" y="115711"/>
                  </a:lnTo>
                  <a:lnTo>
                    <a:pt x="345306" y="125388"/>
                  </a:lnTo>
                  <a:lnTo>
                    <a:pt x="394635" y="138955"/>
                  </a:lnTo>
                </a:path>
                <a:path w="394969" h="247014">
                  <a:moveTo>
                    <a:pt x="0" y="246956"/>
                  </a:moveTo>
                  <a:lnTo>
                    <a:pt x="49329" y="233436"/>
                  </a:lnTo>
                  <a:lnTo>
                    <a:pt x="98658" y="223766"/>
                  </a:lnTo>
                  <a:lnTo>
                    <a:pt x="147988" y="217952"/>
                  </a:lnTo>
                  <a:lnTo>
                    <a:pt x="197317" y="216000"/>
                  </a:lnTo>
                  <a:lnTo>
                    <a:pt x="246647" y="217917"/>
                  </a:lnTo>
                  <a:lnTo>
                    <a:pt x="295977" y="223711"/>
                  </a:lnTo>
                  <a:lnTo>
                    <a:pt x="345306" y="233389"/>
                  </a:lnTo>
                  <a:lnTo>
                    <a:pt x="394635" y="246956"/>
                  </a:lnTo>
                </a:path>
              </a:pathLst>
            </a:custGeom>
            <a:ln w="14400">
              <a:solidFill>
                <a:srgbClr val="231F20"/>
              </a:solidFill>
              <a:prstDash val="solid"/>
            </a:ln>
          </p:spPr>
          <p:txBody>
            <a:bodyPr wrap="square" lIns="0" tIns="0" rIns="0" bIns="0" rtlCol="0"/>
            <a:lstStyle>
              <a:defPPr>
                <a:defRPr kern="0"/>
              </a:defPPr>
            </a:lstStyle>
            <a:p>
              <a:endParaRPr/>
            </a:p>
          </p:txBody>
        </p:sp>
        <p:pic>
          <p:nvPicPr>
            <p:cNvPr id="121" name="object 39">
              <a:extLst>
                <a:ext uri="{FF2B5EF4-FFF2-40B4-BE49-F238E27FC236}">
                  <a16:creationId xmlns:a16="http://schemas.microsoft.com/office/drawing/2014/main" id="{35BD3307-DDF4-297A-88D2-6AA250DCCAC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5746" y="2422902"/>
              <a:ext cx="68400" cy="68400"/>
            </a:xfrm>
            <a:prstGeom prst="rect">
              <a:avLst/>
            </a:prstGeom>
          </p:spPr>
        </p:pic>
        <p:pic>
          <p:nvPicPr>
            <p:cNvPr id="122" name="object 39">
              <a:extLst>
                <a:ext uri="{FF2B5EF4-FFF2-40B4-BE49-F238E27FC236}">
                  <a16:creationId xmlns:a16="http://schemas.microsoft.com/office/drawing/2014/main" id="{8A52D6D9-E14A-10D9-BC99-995D7179DEC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4711" y="2422902"/>
              <a:ext cx="68400" cy="68400"/>
            </a:xfrm>
            <a:prstGeom prst="rect">
              <a:avLst/>
            </a:prstGeom>
          </p:spPr>
        </p:pic>
        <p:pic>
          <p:nvPicPr>
            <p:cNvPr id="123" name="object 39">
              <a:extLst>
                <a:ext uri="{FF2B5EF4-FFF2-40B4-BE49-F238E27FC236}">
                  <a16:creationId xmlns:a16="http://schemas.microsoft.com/office/drawing/2014/main" id="{512B5190-DCAB-FB0B-2B74-7262AE94FBB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76970" y="2432944"/>
              <a:ext cx="68400" cy="68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51539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348</TotalTime>
  <Words>227</Words>
  <Application>Microsoft Office PowerPoint</Application>
  <PresentationFormat>Екран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Arial Black</vt:lpstr>
      <vt:lpstr>Arial Nova</vt:lpstr>
      <vt:lpstr>Calibri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 Fox</dc:creator>
  <cp:lastModifiedBy>Rost Fox</cp:lastModifiedBy>
  <cp:revision>3</cp:revision>
  <dcterms:created xsi:type="dcterms:W3CDTF">2025-12-28T18:19:37Z</dcterms:created>
  <dcterms:modified xsi:type="dcterms:W3CDTF">2025-12-30T23:45:43Z</dcterms:modified>
</cp:coreProperties>
</file>